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30" autoAdjust="0"/>
  </p:normalViewPr>
  <p:slideViewPr>
    <p:cSldViewPr snapToGrid="0">
      <p:cViewPr varScale="1">
        <p:scale>
          <a:sx n="93" d="100"/>
          <a:sy n="93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cat>
            <c:strRef>
              <c:f>Sheet1!$A$2:$A$9</c:f>
              <c:strCache>
                <c:ptCount val="7"/>
                <c:pt idx="1">
                  <c:v>品牌商</c:v>
                </c:pt>
                <c:pt idx="2">
                  <c:v>经销商</c:v>
                </c:pt>
                <c:pt idx="3">
                  <c:v>小企微商</c:v>
                </c:pt>
                <c:pt idx="4">
                  <c:v>批发商</c:v>
                </c:pt>
                <c:pt idx="5">
                  <c:v>家族产业</c:v>
                </c:pt>
                <c:pt idx="6">
                  <c:v>个体商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80</c:v>
                </c:pt>
                <c:pt idx="2">
                  <c:v>0</c:v>
                </c:pt>
                <c:pt idx="3">
                  <c:v>120</c:v>
                </c:pt>
                <c:pt idx="4">
                  <c:v>0</c:v>
                </c:pt>
                <c:pt idx="5">
                  <c:v>90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AB-470C-BA26-74E8079552C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59526"/>
                    <a:lumOff val="40474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cat>
            <c:strRef>
              <c:f>Sheet1!$A$2:$A$9</c:f>
              <c:strCache>
                <c:ptCount val="7"/>
                <c:pt idx="1">
                  <c:v>品牌商</c:v>
                </c:pt>
                <c:pt idx="2">
                  <c:v>经销商</c:v>
                </c:pt>
                <c:pt idx="3">
                  <c:v>小企微商</c:v>
                </c:pt>
                <c:pt idx="4">
                  <c:v>批发商</c:v>
                </c:pt>
                <c:pt idx="5">
                  <c:v>家族产业</c:v>
                </c:pt>
                <c:pt idx="6">
                  <c:v>个体商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1">
                  <c:v>0</c:v>
                </c:pt>
                <c:pt idx="2">
                  <c:v>100</c:v>
                </c:pt>
                <c:pt idx="3">
                  <c:v>0</c:v>
                </c:pt>
                <c:pt idx="4">
                  <c:v>70</c:v>
                </c:pt>
                <c:pt idx="5">
                  <c:v>0</c:v>
                </c:pt>
                <c:pt idx="6">
                  <c:v>40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AB-470C-BA26-74E8079552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3213264"/>
        <c:axId val="363215536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12700" cap="rnd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7"/>
                <c:pt idx="1">
                  <c:v>品牌商</c:v>
                </c:pt>
                <c:pt idx="2">
                  <c:v>经销商</c:v>
                </c:pt>
                <c:pt idx="3">
                  <c:v>小企微商</c:v>
                </c:pt>
                <c:pt idx="4">
                  <c:v>批发商</c:v>
                </c:pt>
                <c:pt idx="5">
                  <c:v>家族产业</c:v>
                </c:pt>
                <c:pt idx="6">
                  <c:v>个体商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80</c:v>
                </c:pt>
                <c:pt idx="2">
                  <c:v>0</c:v>
                </c:pt>
                <c:pt idx="3">
                  <c:v>120</c:v>
                </c:pt>
                <c:pt idx="4">
                  <c:v>0</c:v>
                </c:pt>
                <c:pt idx="5">
                  <c:v>90</c:v>
                </c:pt>
                <c:pt idx="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DAB-470C-BA26-74E8079552C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系列 4</c:v>
                </c:pt>
              </c:strCache>
            </c:strRef>
          </c:tx>
          <c:spPr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7"/>
                <c:pt idx="1">
                  <c:v>品牌商</c:v>
                </c:pt>
                <c:pt idx="2">
                  <c:v>经销商</c:v>
                </c:pt>
                <c:pt idx="3">
                  <c:v>小企微商</c:v>
                </c:pt>
                <c:pt idx="4">
                  <c:v>批发商</c:v>
                </c:pt>
                <c:pt idx="5">
                  <c:v>家族产业</c:v>
                </c:pt>
                <c:pt idx="6">
                  <c:v>个体商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1">
                  <c:v>0</c:v>
                </c:pt>
                <c:pt idx="2">
                  <c:v>100</c:v>
                </c:pt>
                <c:pt idx="3">
                  <c:v>0</c:v>
                </c:pt>
                <c:pt idx="4">
                  <c:v>70</c:v>
                </c:pt>
                <c:pt idx="5">
                  <c:v>0</c:v>
                </c:pt>
                <c:pt idx="6">
                  <c:v>40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DAB-470C-BA26-74E8079552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3213264"/>
        <c:axId val="363215536"/>
      </c:lineChart>
      <c:catAx>
        <c:axId val="36321326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63215536"/>
        <c:crosses val="autoZero"/>
        <c:auto val="1"/>
        <c:lblAlgn val="ctr"/>
        <c:lblOffset val="100"/>
        <c:noMultiLvlLbl val="0"/>
      </c:catAx>
      <c:valAx>
        <c:axId val="363215536"/>
        <c:scaling>
          <c:orientation val="minMax"/>
          <c:max val="120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OPPOSans R" pitchFamily="18" charset="-122"/>
              </a:defRPr>
            </a:pPr>
            <a:endParaRPr lang="zh-CN"/>
          </a:p>
        </c:txPr>
        <c:crossAx val="36321326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D64DA-2956-B0E4-FBEF-8D05DE562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ECFC45-D234-1750-109C-C3237622A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FB0AD6-E398-D393-28A5-B5941DDA2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4C72-3D4C-4FE3-B9C7-F79B0303586E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292D82-471C-64C9-F80C-BDB2C969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1DA344-7DF4-2A37-34DB-07E2402B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4E80-21EB-49FC-893C-5E9E9CFD4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525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98191-6D57-A6C3-A519-B26142F9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B1D031-882D-3FA1-DAA1-5474D398A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6B4CC0-41C1-0E7F-C543-7CCB56B4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4C72-3D4C-4FE3-B9C7-F79B0303586E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7A2B99-0517-4B35-1BF0-021858F04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40303D-D4B7-2B5C-E8AA-23B8184A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4E80-21EB-49FC-893C-5E9E9CFD4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392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68873D-9936-DF2D-1C45-588B8B92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8C8752-AB51-FC72-4888-6FCCAC428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B1A899-C2B2-55B8-8BAB-ED8D49F03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4C72-3D4C-4FE3-B9C7-F79B0303586E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8680D6-71F8-F090-2B3E-76D9B8ED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D8C62D-FDE0-8AF9-6854-5924F631E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4E80-21EB-49FC-893C-5E9E9CFD4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146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52A1EB-FA5A-073C-146C-53D80AAC0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21D9D3-8EA1-4D30-65B5-96A060111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154915-9119-3C54-5B1F-EA89E9B3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806FB4-3F48-9559-8E8D-94C821D5A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4C72-3D4C-4FE3-B9C7-F79B0303586E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36AB76-952B-0D86-367F-DA03C4CCA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8675A2-6740-ADB5-7954-4E0886908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4E80-21EB-49FC-893C-5E9E9CFD4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1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8B798F-8393-76C6-260C-A59ED012D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4A214B-0301-F9FA-48BE-09FD524A3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994DE1-C0DE-F2B7-1C31-798AB270D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537D5A-4114-1797-6E0E-86E097143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A12A17-BA42-0E4D-DCAC-9B0630E3C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507D3F-0391-C6DD-AB06-907806A5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4C72-3D4C-4FE3-B9C7-F79B0303586E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F3D8A67-ADE9-E1C9-88A6-089D5C55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F0C117-F09F-B625-B9EC-220A6E04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4E80-21EB-49FC-893C-5E9E9CFD4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86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D94B0-5651-79D0-ABFF-51740C70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A3398F-71A5-996A-3583-77DD5D676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4C72-3D4C-4FE3-B9C7-F79B0303586E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0E9FB6-99A6-B486-D413-FA097088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2B040B-ABB0-284C-603E-80909A8A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4E80-21EB-49FC-893C-5E9E9CFD4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563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D28BA7A-AE0C-EE16-D16F-77D5E95A5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4C72-3D4C-4FE3-B9C7-F79B0303586E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076BFC-19DD-E58E-E866-189D47CCC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72A76A-F01D-27AA-985D-0621ABFC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4E80-21EB-49FC-893C-5E9E9CFD4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62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24E8D-997F-2BB3-44DD-08C754DE7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B4D381-D35A-E9CE-CE7D-D7BFE2B57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C1A744-E320-5BA7-1A50-38ACB7A1E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DBE274-3B75-43CB-4520-DDDEA1165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4C72-3D4C-4FE3-B9C7-F79B0303586E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EB6B5C-4950-9B66-FF62-5535134A2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C36E6D-B818-4CA7-4533-E4462F15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4E80-21EB-49FC-893C-5E9E9CFD4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087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61745-2101-D2D1-4CAD-6343A1CB1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829928-4F3B-5A42-7794-7C92FC9A7C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E17F60-A752-2C25-8EDA-083A13C88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A8828E-1D69-0A6D-D411-2BB2469D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4C72-3D4C-4FE3-B9C7-F79B0303586E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2193E5-0F32-0043-28A2-E2AB012FE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5ADAAF-1F9F-490E-C803-F1CD63D40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4E80-21EB-49FC-893C-5E9E9CFD4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972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A3D49-6C22-CA37-6582-C24D854ED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A99F64-EF84-0BD3-12DA-5119A5BA9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777290-5A7B-E287-0778-B494728FB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4C72-3D4C-4FE3-B9C7-F79B0303586E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E78BCA-1B46-7990-8063-776665C25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A01F91-FE83-778F-D494-DCA2C0AA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4E80-21EB-49FC-893C-5E9E9CFD4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49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F46E58-0788-0497-4A21-5F21581547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D19276-BD06-5DC0-CB5D-EC4F975D9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C72328-48CF-7F90-D43A-D488D9D7D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44C72-3D4C-4FE3-B9C7-F79B0303586E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8C5867-B6E2-97F1-D836-FE16FE04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9124E0-8F83-8949-5C3D-FB451DB61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74E80-21EB-49FC-893C-5E9E9CFD4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690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2BA732-2035-E599-0B4E-C16178F4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0C9FAA-28CF-90F6-88A7-C39A6FF54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30A9F8-9FE4-CD1B-47AD-2A828C921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C44C72-3D4C-4FE3-B9C7-F79B0303586E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C5B63B-3D03-BFD4-A1AF-899912569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B3C1C3-9EC2-D1F4-E24B-C6A6E1A96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74E80-21EB-49FC-893C-5E9E9CFD4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240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A3236C17-1BF3-764C-12F9-59BBE31EFA1D}"/>
              </a:ext>
            </a:extLst>
          </p:cNvPr>
          <p:cNvSpPr txBox="1"/>
          <p:nvPr/>
        </p:nvSpPr>
        <p:spPr>
          <a:xfrm>
            <a:off x="2065779" y="213722"/>
            <a:ext cx="401117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2000" dirty="0">
                <a:solidFill>
                  <a:schemeClr val="accent1"/>
                </a:solidFill>
                <a:latin typeface="+mj-lt"/>
                <a:ea typeface="OPPOSans B" pitchFamily="18" charset="-122"/>
                <a:cs typeface="OPPOSans B" pitchFamily="18" charset="-122"/>
              </a:rPr>
              <a:t>Car Infographic</a:t>
            </a:r>
            <a:endParaRPr kumimoji="1" lang="zh-CN" altLang="en-US" sz="2000" dirty="0">
              <a:solidFill>
                <a:schemeClr val="accent1"/>
              </a:solidFill>
              <a:latin typeface="+mj-lt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00BFF4A-1A6A-263B-E5DD-0B2E3BE9EEC5}"/>
              </a:ext>
            </a:extLst>
          </p:cNvPr>
          <p:cNvSpPr txBox="1"/>
          <p:nvPr/>
        </p:nvSpPr>
        <p:spPr>
          <a:xfrm>
            <a:off x="11482500" y="286660"/>
            <a:ext cx="3735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>
                <a:latin typeface="OPPOSans R" pitchFamily="18" charset="-122"/>
                <a:ea typeface="OPPOSans R" pitchFamily="18" charset="-122"/>
                <a:cs typeface="OPPOSans R" pitchFamily="18" charset="-122"/>
              </a:defRPr>
            </a:lvl1pPr>
          </a:lstStyle>
          <a:p>
            <a:pPr algn="r"/>
            <a:r>
              <a:rPr lang="en-US" altLang="zh-CN" sz="1200" dirty="0" err="1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  <a:cs typeface="OPPOSans H" pitchFamily="18" charset="-122"/>
              </a:rPr>
              <a:t>AiPPT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  <a:latin typeface="+mj-ea"/>
              <a:ea typeface="+mj-ea"/>
              <a:cs typeface="OPPOSans H" pitchFamily="18" charset="-122"/>
            </a:endParaRPr>
          </a:p>
        </p:txBody>
      </p:sp>
      <p:cxnSp>
        <p:nvCxnSpPr>
          <p:cNvPr id="11" name="直线连接符 5">
            <a:extLst>
              <a:ext uri="{FF2B5EF4-FFF2-40B4-BE49-F238E27FC236}">
                <a16:creationId xmlns:a16="http://schemas.microsoft.com/office/drawing/2014/main" id="{833293D1-D2AF-66D4-4BA0-70B1900D7E18}"/>
              </a:ext>
            </a:extLst>
          </p:cNvPr>
          <p:cNvCxnSpPr>
            <a:cxnSpLocks/>
          </p:cNvCxnSpPr>
          <p:nvPr/>
        </p:nvCxnSpPr>
        <p:spPr>
          <a:xfrm>
            <a:off x="336000" y="724727"/>
            <a:ext cx="115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6">
            <a:extLst>
              <a:ext uri="{FF2B5EF4-FFF2-40B4-BE49-F238E27FC236}">
                <a16:creationId xmlns:a16="http://schemas.microsoft.com/office/drawing/2014/main" id="{18A6DE45-47F0-FD70-AE19-A4656FB0D165}"/>
              </a:ext>
            </a:extLst>
          </p:cNvPr>
          <p:cNvSpPr/>
          <p:nvPr/>
        </p:nvSpPr>
        <p:spPr>
          <a:xfrm>
            <a:off x="340663" y="169610"/>
            <a:ext cx="1512000" cy="396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317500" dist="152400" dir="5400000" sx="90000" sy="9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OPPOSans R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BA12ED0-193A-296A-6B01-ABE6A521983B}"/>
              </a:ext>
            </a:extLst>
          </p:cNvPr>
          <p:cNvSpPr txBox="1"/>
          <p:nvPr/>
        </p:nvSpPr>
        <p:spPr>
          <a:xfrm>
            <a:off x="541666" y="298324"/>
            <a:ext cx="1109995" cy="138572"/>
          </a:xfrm>
          <a:custGeom>
            <a:avLst/>
            <a:gdLst>
              <a:gd name="connsiteX0" fmla="*/ 568487 w 1507141"/>
              <a:gd name="connsiteY0" fmla="*/ 37280 h 188151"/>
              <a:gd name="connsiteX1" fmla="*/ 560658 w 1507141"/>
              <a:gd name="connsiteY1" fmla="*/ 44876 h 188151"/>
              <a:gd name="connsiteX2" fmla="*/ 560658 w 1507141"/>
              <a:gd name="connsiteY2" fmla="*/ 44993 h 188151"/>
              <a:gd name="connsiteX3" fmla="*/ 560658 w 1507141"/>
              <a:gd name="connsiteY3" fmla="*/ 83208 h 188151"/>
              <a:gd name="connsiteX4" fmla="*/ 568370 w 1507141"/>
              <a:gd name="connsiteY4" fmla="*/ 90922 h 188151"/>
              <a:gd name="connsiteX5" fmla="*/ 568487 w 1507141"/>
              <a:gd name="connsiteY5" fmla="*/ 90920 h 188151"/>
              <a:gd name="connsiteX6" fmla="*/ 616284 w 1507141"/>
              <a:gd name="connsiteY6" fmla="*/ 90920 h 188151"/>
              <a:gd name="connsiteX7" fmla="*/ 644098 w 1507141"/>
              <a:gd name="connsiteY7" fmla="*/ 64977 h 188151"/>
              <a:gd name="connsiteX8" fmla="*/ 618289 w 1507141"/>
              <a:gd name="connsiteY8" fmla="*/ 37296 h 188151"/>
              <a:gd name="connsiteX9" fmla="*/ 617219 w 1507141"/>
              <a:gd name="connsiteY9" fmla="*/ 37280 h 188151"/>
              <a:gd name="connsiteX10" fmla="*/ 1415753 w 1507141"/>
              <a:gd name="connsiteY10" fmla="*/ 36113 h 188151"/>
              <a:gd name="connsiteX11" fmla="*/ 1415753 w 1507141"/>
              <a:gd name="connsiteY11" fmla="*/ 36230 h 188151"/>
              <a:gd name="connsiteX12" fmla="*/ 1355218 w 1507141"/>
              <a:gd name="connsiteY12" fmla="*/ 96530 h 188151"/>
              <a:gd name="connsiteX13" fmla="*/ 1415519 w 1507141"/>
              <a:gd name="connsiteY13" fmla="*/ 157065 h 188151"/>
              <a:gd name="connsiteX14" fmla="*/ 1476055 w 1507141"/>
              <a:gd name="connsiteY14" fmla="*/ 96763 h 188151"/>
              <a:gd name="connsiteX15" fmla="*/ 1476055 w 1507141"/>
              <a:gd name="connsiteY15" fmla="*/ 96646 h 188151"/>
              <a:gd name="connsiteX16" fmla="*/ 1415753 w 1507141"/>
              <a:gd name="connsiteY16" fmla="*/ 36113 h 188151"/>
              <a:gd name="connsiteX17" fmla="*/ 1026131 w 1507141"/>
              <a:gd name="connsiteY17" fmla="*/ 33069 h 188151"/>
              <a:gd name="connsiteX18" fmla="*/ 1025426 w 1507141"/>
              <a:gd name="connsiteY18" fmla="*/ 33074 h 188151"/>
              <a:gd name="connsiteX19" fmla="*/ 965594 w 1507141"/>
              <a:gd name="connsiteY19" fmla="*/ 94074 h 188151"/>
              <a:gd name="connsiteX20" fmla="*/ 1026596 w 1507141"/>
              <a:gd name="connsiteY20" fmla="*/ 153905 h 188151"/>
              <a:gd name="connsiteX21" fmla="*/ 1086429 w 1507141"/>
              <a:gd name="connsiteY21" fmla="*/ 93376 h 188151"/>
              <a:gd name="connsiteX22" fmla="*/ 1026131 w 1507141"/>
              <a:gd name="connsiteY22" fmla="*/ 33069 h 188151"/>
              <a:gd name="connsiteX23" fmla="*/ 246174 w 1507141"/>
              <a:gd name="connsiteY23" fmla="*/ 32839 h 188151"/>
              <a:gd name="connsiteX24" fmla="*/ 246174 w 1507141"/>
              <a:gd name="connsiteY24" fmla="*/ 33307 h 188151"/>
              <a:gd name="connsiteX25" fmla="*/ 185404 w 1507141"/>
              <a:gd name="connsiteY25" fmla="*/ 93842 h 188151"/>
              <a:gd name="connsiteX26" fmla="*/ 245940 w 1507141"/>
              <a:gd name="connsiteY26" fmla="*/ 154611 h 188151"/>
              <a:gd name="connsiteX27" fmla="*/ 306709 w 1507141"/>
              <a:gd name="connsiteY27" fmla="*/ 94074 h 188151"/>
              <a:gd name="connsiteX28" fmla="*/ 306709 w 1507141"/>
              <a:gd name="connsiteY28" fmla="*/ 93842 h 188151"/>
              <a:gd name="connsiteX29" fmla="*/ 246409 w 1507141"/>
              <a:gd name="connsiteY29" fmla="*/ 32839 h 188151"/>
              <a:gd name="connsiteX30" fmla="*/ 246174 w 1507141"/>
              <a:gd name="connsiteY30" fmla="*/ 32839 h 188151"/>
              <a:gd name="connsiteX31" fmla="*/ 537167 w 1507141"/>
              <a:gd name="connsiteY31" fmla="*/ 5610 h 188151"/>
              <a:gd name="connsiteX32" fmla="*/ 615933 w 1507141"/>
              <a:gd name="connsiteY32" fmla="*/ 5610 h 188151"/>
              <a:gd name="connsiteX33" fmla="*/ 657538 w 1507141"/>
              <a:gd name="connsiteY33" fmla="*/ 21971 h 188151"/>
              <a:gd name="connsiteX34" fmla="*/ 676002 w 1507141"/>
              <a:gd name="connsiteY34" fmla="*/ 62056 h 188151"/>
              <a:gd name="connsiteX35" fmla="*/ 648305 w 1507141"/>
              <a:gd name="connsiteY35" fmla="*/ 114059 h 188151"/>
              <a:gd name="connsiteX36" fmla="*/ 645501 w 1507141"/>
              <a:gd name="connsiteY36" fmla="*/ 123759 h 188151"/>
              <a:gd name="connsiteX37" fmla="*/ 668172 w 1507141"/>
              <a:gd name="connsiteY37" fmla="*/ 171323 h 188151"/>
              <a:gd name="connsiteX38" fmla="*/ 665552 w 1507141"/>
              <a:gd name="connsiteY38" fmla="*/ 181912 h 188151"/>
              <a:gd name="connsiteX39" fmla="*/ 661159 w 1507141"/>
              <a:gd name="connsiteY39" fmla="*/ 183010 h 188151"/>
              <a:gd name="connsiteX40" fmla="*/ 644448 w 1507141"/>
              <a:gd name="connsiteY40" fmla="*/ 181957 h 188151"/>
              <a:gd name="connsiteX41" fmla="*/ 637553 w 1507141"/>
              <a:gd name="connsiteY41" fmla="*/ 177517 h 188151"/>
              <a:gd name="connsiteX42" fmla="*/ 613362 w 1507141"/>
              <a:gd name="connsiteY42" fmla="*/ 126914 h 188151"/>
              <a:gd name="connsiteX43" fmla="*/ 606469 w 1507141"/>
              <a:gd name="connsiteY43" fmla="*/ 122591 h 188151"/>
              <a:gd name="connsiteX44" fmla="*/ 568487 w 1507141"/>
              <a:gd name="connsiteY44" fmla="*/ 122591 h 188151"/>
              <a:gd name="connsiteX45" fmla="*/ 560658 w 1507141"/>
              <a:gd name="connsiteY45" fmla="*/ 130187 h 188151"/>
              <a:gd name="connsiteX46" fmla="*/ 560658 w 1507141"/>
              <a:gd name="connsiteY46" fmla="*/ 130303 h 188151"/>
              <a:gd name="connsiteX47" fmla="*/ 560658 w 1507141"/>
              <a:gd name="connsiteY47" fmla="*/ 174128 h 188151"/>
              <a:gd name="connsiteX48" fmla="*/ 553062 w 1507141"/>
              <a:gd name="connsiteY48" fmla="*/ 181957 h 188151"/>
              <a:gd name="connsiteX49" fmla="*/ 552944 w 1507141"/>
              <a:gd name="connsiteY49" fmla="*/ 181957 h 188151"/>
              <a:gd name="connsiteX50" fmla="*/ 537167 w 1507141"/>
              <a:gd name="connsiteY50" fmla="*/ 181957 h 188151"/>
              <a:gd name="connsiteX51" fmla="*/ 529455 w 1507141"/>
              <a:gd name="connsiteY51" fmla="*/ 174128 h 188151"/>
              <a:gd name="connsiteX52" fmla="*/ 529455 w 1507141"/>
              <a:gd name="connsiteY52" fmla="*/ 13324 h 188151"/>
              <a:gd name="connsiteX53" fmla="*/ 537167 w 1507141"/>
              <a:gd name="connsiteY53" fmla="*/ 5610 h 188151"/>
              <a:gd name="connsiteX54" fmla="*/ 359883 w 1507141"/>
              <a:gd name="connsiteY54" fmla="*/ 5610 h 188151"/>
              <a:gd name="connsiteX55" fmla="*/ 376011 w 1507141"/>
              <a:gd name="connsiteY55" fmla="*/ 5610 h 188151"/>
              <a:gd name="connsiteX56" fmla="*/ 383725 w 1507141"/>
              <a:gd name="connsiteY56" fmla="*/ 13324 h 188151"/>
              <a:gd name="connsiteX57" fmla="*/ 383725 w 1507141"/>
              <a:gd name="connsiteY57" fmla="*/ 100504 h 188151"/>
              <a:gd name="connsiteX58" fmla="*/ 430583 w 1507141"/>
              <a:gd name="connsiteY58" fmla="*/ 152162 h 188151"/>
              <a:gd name="connsiteX59" fmla="*/ 482240 w 1507141"/>
              <a:gd name="connsiteY59" fmla="*/ 105303 h 188151"/>
              <a:gd name="connsiteX60" fmla="*/ 482240 w 1507141"/>
              <a:gd name="connsiteY60" fmla="*/ 100504 h 188151"/>
              <a:gd name="connsiteX61" fmla="*/ 482240 w 1507141"/>
              <a:gd name="connsiteY61" fmla="*/ 13324 h 188151"/>
              <a:gd name="connsiteX62" fmla="*/ 489954 w 1507141"/>
              <a:gd name="connsiteY62" fmla="*/ 5610 h 188151"/>
              <a:gd name="connsiteX63" fmla="*/ 506080 w 1507141"/>
              <a:gd name="connsiteY63" fmla="*/ 5610 h 188151"/>
              <a:gd name="connsiteX64" fmla="*/ 513795 w 1507141"/>
              <a:gd name="connsiteY64" fmla="*/ 13324 h 188151"/>
              <a:gd name="connsiteX65" fmla="*/ 513795 w 1507141"/>
              <a:gd name="connsiteY65" fmla="*/ 101088 h 188151"/>
              <a:gd name="connsiteX66" fmla="*/ 433157 w 1507141"/>
              <a:gd name="connsiteY66" fmla="*/ 181957 h 188151"/>
              <a:gd name="connsiteX67" fmla="*/ 433040 w 1507141"/>
              <a:gd name="connsiteY67" fmla="*/ 181957 h 188151"/>
              <a:gd name="connsiteX68" fmla="*/ 352171 w 1507141"/>
              <a:gd name="connsiteY68" fmla="*/ 101088 h 188151"/>
              <a:gd name="connsiteX69" fmla="*/ 352171 w 1507141"/>
              <a:gd name="connsiteY69" fmla="*/ 13324 h 188151"/>
              <a:gd name="connsiteX70" fmla="*/ 359883 w 1507141"/>
              <a:gd name="connsiteY70" fmla="*/ 5610 h 188151"/>
              <a:gd name="connsiteX71" fmla="*/ 141114 w 1507141"/>
              <a:gd name="connsiteY71" fmla="*/ 5610 h 188151"/>
              <a:gd name="connsiteX72" fmla="*/ 156306 w 1507141"/>
              <a:gd name="connsiteY72" fmla="*/ 5610 h 188151"/>
              <a:gd name="connsiteX73" fmla="*/ 163598 w 1507141"/>
              <a:gd name="connsiteY73" fmla="*/ 13722 h 188151"/>
              <a:gd name="connsiteX74" fmla="*/ 162500 w 1507141"/>
              <a:gd name="connsiteY74" fmla="*/ 17296 h 188151"/>
              <a:gd name="connsiteX75" fmla="*/ 99626 w 1507141"/>
              <a:gd name="connsiteY75" fmla="*/ 104244 h 188151"/>
              <a:gd name="connsiteX76" fmla="*/ 97523 w 1507141"/>
              <a:gd name="connsiteY76" fmla="*/ 110903 h 188151"/>
              <a:gd name="connsiteX77" fmla="*/ 97523 w 1507141"/>
              <a:gd name="connsiteY77" fmla="*/ 174245 h 188151"/>
              <a:gd name="connsiteX78" fmla="*/ 89810 w 1507141"/>
              <a:gd name="connsiteY78" fmla="*/ 181957 h 188151"/>
              <a:gd name="connsiteX79" fmla="*/ 73566 w 1507141"/>
              <a:gd name="connsiteY79" fmla="*/ 181957 h 188151"/>
              <a:gd name="connsiteX80" fmla="*/ 65853 w 1507141"/>
              <a:gd name="connsiteY80" fmla="*/ 174245 h 188151"/>
              <a:gd name="connsiteX81" fmla="*/ 65853 w 1507141"/>
              <a:gd name="connsiteY81" fmla="*/ 110903 h 188151"/>
              <a:gd name="connsiteX82" fmla="*/ 63749 w 1507141"/>
              <a:gd name="connsiteY82" fmla="*/ 104244 h 188151"/>
              <a:gd name="connsiteX83" fmla="*/ 1110 w 1507141"/>
              <a:gd name="connsiteY83" fmla="*/ 17880 h 188151"/>
              <a:gd name="connsiteX84" fmla="*/ 3730 w 1507141"/>
              <a:gd name="connsiteY84" fmla="*/ 7292 h 188151"/>
              <a:gd name="connsiteX85" fmla="*/ 7304 w 1507141"/>
              <a:gd name="connsiteY85" fmla="*/ 6194 h 188151"/>
              <a:gd name="connsiteX86" fmla="*/ 22964 w 1507141"/>
              <a:gd name="connsiteY86" fmla="*/ 6194 h 188151"/>
              <a:gd name="connsiteX87" fmla="*/ 28807 w 1507141"/>
              <a:gd name="connsiteY87" fmla="*/ 8882 h 188151"/>
              <a:gd name="connsiteX88" fmla="*/ 75552 w 1507141"/>
              <a:gd name="connsiteY88" fmla="*/ 74910 h 188151"/>
              <a:gd name="connsiteX89" fmla="*/ 81863 w 1507141"/>
              <a:gd name="connsiteY89" fmla="*/ 78065 h 188151"/>
              <a:gd name="connsiteX90" fmla="*/ 88057 w 1507141"/>
              <a:gd name="connsiteY90" fmla="*/ 74910 h 188151"/>
              <a:gd name="connsiteX91" fmla="*/ 134803 w 1507141"/>
              <a:gd name="connsiteY91" fmla="*/ 8882 h 188151"/>
              <a:gd name="connsiteX92" fmla="*/ 141114 w 1507141"/>
              <a:gd name="connsiteY92" fmla="*/ 5610 h 188151"/>
              <a:gd name="connsiteX93" fmla="*/ 1415286 w 1507141"/>
              <a:gd name="connsiteY93" fmla="*/ 4910 h 188151"/>
              <a:gd name="connsiteX94" fmla="*/ 1507141 w 1507141"/>
              <a:gd name="connsiteY94" fmla="*/ 96297 h 188151"/>
              <a:gd name="connsiteX95" fmla="*/ 1507141 w 1507141"/>
              <a:gd name="connsiteY95" fmla="*/ 96530 h 188151"/>
              <a:gd name="connsiteX96" fmla="*/ 1415753 w 1507141"/>
              <a:gd name="connsiteY96" fmla="*/ 188151 h 188151"/>
              <a:gd name="connsiteX97" fmla="*/ 1323898 w 1507141"/>
              <a:gd name="connsiteY97" fmla="*/ 96765 h 188151"/>
              <a:gd name="connsiteX98" fmla="*/ 1415286 w 1507141"/>
              <a:gd name="connsiteY98" fmla="*/ 4910 h 188151"/>
              <a:gd name="connsiteX99" fmla="*/ 792047 w 1507141"/>
              <a:gd name="connsiteY99" fmla="*/ 4091 h 188151"/>
              <a:gd name="connsiteX100" fmla="*/ 808875 w 1507141"/>
              <a:gd name="connsiteY100" fmla="*/ 4091 h 188151"/>
              <a:gd name="connsiteX101" fmla="*/ 816589 w 1507141"/>
              <a:gd name="connsiteY101" fmla="*/ 11805 h 188151"/>
              <a:gd name="connsiteX102" fmla="*/ 816589 w 1507141"/>
              <a:gd name="connsiteY102" fmla="*/ 144443 h 188151"/>
              <a:gd name="connsiteX103" fmla="*/ 824301 w 1507141"/>
              <a:gd name="connsiteY103" fmla="*/ 152157 h 188151"/>
              <a:gd name="connsiteX104" fmla="*/ 919780 w 1507141"/>
              <a:gd name="connsiteY104" fmla="*/ 152157 h 188151"/>
              <a:gd name="connsiteX105" fmla="*/ 927494 w 1507141"/>
              <a:gd name="connsiteY105" fmla="*/ 159870 h 188151"/>
              <a:gd name="connsiteX106" fmla="*/ 927494 w 1507141"/>
              <a:gd name="connsiteY106" fmla="*/ 175413 h 188151"/>
              <a:gd name="connsiteX107" fmla="*/ 920015 w 1507141"/>
              <a:gd name="connsiteY107" fmla="*/ 183125 h 188151"/>
              <a:gd name="connsiteX108" fmla="*/ 919780 w 1507141"/>
              <a:gd name="connsiteY108" fmla="*/ 183125 h 188151"/>
              <a:gd name="connsiteX109" fmla="*/ 792047 w 1507141"/>
              <a:gd name="connsiteY109" fmla="*/ 183125 h 188151"/>
              <a:gd name="connsiteX110" fmla="*/ 784335 w 1507141"/>
              <a:gd name="connsiteY110" fmla="*/ 175648 h 188151"/>
              <a:gd name="connsiteX111" fmla="*/ 784335 w 1507141"/>
              <a:gd name="connsiteY111" fmla="*/ 175413 h 188151"/>
              <a:gd name="connsiteX112" fmla="*/ 784335 w 1507141"/>
              <a:gd name="connsiteY112" fmla="*/ 11805 h 188151"/>
              <a:gd name="connsiteX113" fmla="*/ 792047 w 1507141"/>
              <a:gd name="connsiteY113" fmla="*/ 4091 h 188151"/>
              <a:gd name="connsiteX114" fmla="*/ 1025426 w 1507141"/>
              <a:gd name="connsiteY114" fmla="*/ 1754 h 188151"/>
              <a:gd name="connsiteX115" fmla="*/ 1117048 w 1507141"/>
              <a:gd name="connsiteY115" fmla="*/ 93376 h 188151"/>
              <a:gd name="connsiteX116" fmla="*/ 1025426 w 1507141"/>
              <a:gd name="connsiteY116" fmla="*/ 184996 h 188151"/>
              <a:gd name="connsiteX117" fmla="*/ 933805 w 1507141"/>
              <a:gd name="connsiteY117" fmla="*/ 93376 h 188151"/>
              <a:gd name="connsiteX118" fmla="*/ 1025426 w 1507141"/>
              <a:gd name="connsiteY118" fmla="*/ 1754 h 188151"/>
              <a:gd name="connsiteX119" fmla="*/ 247109 w 1507141"/>
              <a:gd name="connsiteY119" fmla="*/ 1522 h 188151"/>
              <a:gd name="connsiteX120" fmla="*/ 338497 w 1507141"/>
              <a:gd name="connsiteY120" fmla="*/ 93374 h 188151"/>
              <a:gd name="connsiteX121" fmla="*/ 246643 w 1507141"/>
              <a:gd name="connsiteY121" fmla="*/ 185230 h 188151"/>
              <a:gd name="connsiteX122" fmla="*/ 246174 w 1507141"/>
              <a:gd name="connsiteY122" fmla="*/ 185228 h 188151"/>
              <a:gd name="connsiteX123" fmla="*/ 154788 w 1507141"/>
              <a:gd name="connsiteY123" fmla="*/ 92908 h 188151"/>
              <a:gd name="connsiteX124" fmla="*/ 247109 w 1507141"/>
              <a:gd name="connsiteY124" fmla="*/ 1522 h 188151"/>
              <a:gd name="connsiteX125" fmla="*/ 1224681 w 1507141"/>
              <a:gd name="connsiteY125" fmla="*/ 1 h 188151"/>
              <a:gd name="connsiteX126" fmla="*/ 1253557 w 1507141"/>
              <a:gd name="connsiteY126" fmla="*/ 4696 h 188151"/>
              <a:gd name="connsiteX127" fmla="*/ 1279492 w 1507141"/>
              <a:gd name="connsiteY127" fmla="*/ 18231 h 188151"/>
              <a:gd name="connsiteX128" fmla="*/ 1292462 w 1507141"/>
              <a:gd name="connsiteY128" fmla="*/ 29917 h 188151"/>
              <a:gd name="connsiteX129" fmla="*/ 1292700 w 1507141"/>
              <a:gd name="connsiteY129" fmla="*/ 30251 h 188151"/>
              <a:gd name="connsiteX130" fmla="*/ 1290593 w 1507141"/>
              <a:gd name="connsiteY130" fmla="*/ 40787 h 188151"/>
              <a:gd name="connsiteX131" fmla="*/ 1277504 w 1507141"/>
              <a:gd name="connsiteY131" fmla="*/ 49902 h 188151"/>
              <a:gd name="connsiteX132" fmla="*/ 1267687 w 1507141"/>
              <a:gd name="connsiteY132" fmla="*/ 49083 h 188151"/>
              <a:gd name="connsiteX133" fmla="*/ 1264182 w 1507141"/>
              <a:gd name="connsiteY133" fmla="*/ 45811 h 188151"/>
              <a:gd name="connsiteX134" fmla="*/ 1263481 w 1507141"/>
              <a:gd name="connsiteY134" fmla="*/ 45110 h 188151"/>
              <a:gd name="connsiteX135" fmla="*/ 1224914 w 1507141"/>
              <a:gd name="connsiteY135" fmla="*/ 31204 h 188151"/>
              <a:gd name="connsiteX136" fmla="*/ 1222344 w 1507141"/>
              <a:gd name="connsiteY136" fmla="*/ 31204 h 188151"/>
              <a:gd name="connsiteX137" fmla="*/ 1218138 w 1507141"/>
              <a:gd name="connsiteY137" fmla="*/ 31204 h 188151"/>
              <a:gd name="connsiteX138" fmla="*/ 1207385 w 1507141"/>
              <a:gd name="connsiteY138" fmla="*/ 33424 h 188151"/>
              <a:gd name="connsiteX139" fmla="*/ 1165686 w 1507141"/>
              <a:gd name="connsiteY139" fmla="*/ 78148 h 188151"/>
              <a:gd name="connsiteX140" fmla="*/ 1211476 w 1507141"/>
              <a:gd name="connsiteY140" fmla="*/ 150288 h 188151"/>
              <a:gd name="connsiteX141" fmla="*/ 1216384 w 1507141"/>
              <a:gd name="connsiteY141" fmla="*/ 151222 h 188151"/>
              <a:gd name="connsiteX142" fmla="*/ 1217904 w 1507141"/>
              <a:gd name="connsiteY142" fmla="*/ 151222 h 188151"/>
              <a:gd name="connsiteX143" fmla="*/ 1229590 w 1507141"/>
              <a:gd name="connsiteY143" fmla="*/ 151222 h 188151"/>
              <a:gd name="connsiteX144" fmla="*/ 1238588 w 1507141"/>
              <a:gd name="connsiteY144" fmla="*/ 149937 h 188151"/>
              <a:gd name="connsiteX145" fmla="*/ 1240224 w 1507141"/>
              <a:gd name="connsiteY145" fmla="*/ 149937 h 188151"/>
              <a:gd name="connsiteX146" fmla="*/ 1241861 w 1507141"/>
              <a:gd name="connsiteY146" fmla="*/ 149937 h 188151"/>
              <a:gd name="connsiteX147" fmla="*/ 1248756 w 1507141"/>
              <a:gd name="connsiteY147" fmla="*/ 147482 h 188151"/>
              <a:gd name="connsiteX148" fmla="*/ 1250158 w 1507141"/>
              <a:gd name="connsiteY148" fmla="*/ 147482 h 188151"/>
              <a:gd name="connsiteX149" fmla="*/ 1251444 w 1507141"/>
              <a:gd name="connsiteY149" fmla="*/ 146899 h 188151"/>
              <a:gd name="connsiteX150" fmla="*/ 1252845 w 1507141"/>
              <a:gd name="connsiteY150" fmla="*/ 146197 h 188151"/>
              <a:gd name="connsiteX151" fmla="*/ 1256001 w 1507141"/>
              <a:gd name="connsiteY151" fmla="*/ 144560 h 188151"/>
              <a:gd name="connsiteX152" fmla="*/ 1256936 w 1507141"/>
              <a:gd name="connsiteY152" fmla="*/ 144560 h 188151"/>
              <a:gd name="connsiteX153" fmla="*/ 1277621 w 1507141"/>
              <a:gd name="connsiteY153" fmla="*/ 118500 h 188151"/>
              <a:gd name="connsiteX154" fmla="*/ 1276453 w 1507141"/>
              <a:gd name="connsiteY154" fmla="*/ 112307 h 188151"/>
              <a:gd name="connsiteX155" fmla="*/ 1271427 w 1507141"/>
              <a:gd name="connsiteY155" fmla="*/ 110203 h 188151"/>
              <a:gd name="connsiteX156" fmla="*/ 1237653 w 1507141"/>
              <a:gd name="connsiteY156" fmla="*/ 110203 h 188151"/>
              <a:gd name="connsiteX157" fmla="*/ 1229941 w 1507141"/>
              <a:gd name="connsiteY157" fmla="*/ 102490 h 188151"/>
              <a:gd name="connsiteX158" fmla="*/ 1229941 w 1507141"/>
              <a:gd name="connsiteY158" fmla="*/ 86714 h 188151"/>
              <a:gd name="connsiteX159" fmla="*/ 1237653 w 1507141"/>
              <a:gd name="connsiteY159" fmla="*/ 79000 h 188151"/>
              <a:gd name="connsiteX160" fmla="*/ 1307772 w 1507141"/>
              <a:gd name="connsiteY160" fmla="*/ 79000 h 188151"/>
              <a:gd name="connsiteX161" fmla="*/ 1308473 w 1507141"/>
              <a:gd name="connsiteY161" fmla="*/ 79000 h 188151"/>
              <a:gd name="connsiteX162" fmla="*/ 1312606 w 1507141"/>
              <a:gd name="connsiteY162" fmla="*/ 80432 h 188151"/>
              <a:gd name="connsiteX163" fmla="*/ 1314316 w 1507141"/>
              <a:gd name="connsiteY163" fmla="*/ 91037 h 188151"/>
              <a:gd name="connsiteX164" fmla="*/ 1314316 w 1507141"/>
              <a:gd name="connsiteY164" fmla="*/ 98868 h 188151"/>
              <a:gd name="connsiteX165" fmla="*/ 1283581 w 1507141"/>
              <a:gd name="connsiteY165" fmla="*/ 167233 h 188151"/>
              <a:gd name="connsiteX166" fmla="*/ 1280659 w 1507141"/>
              <a:gd name="connsiteY166" fmla="*/ 169686 h 188151"/>
              <a:gd name="connsiteX167" fmla="*/ 1279141 w 1507141"/>
              <a:gd name="connsiteY167" fmla="*/ 170973 h 188151"/>
              <a:gd name="connsiteX168" fmla="*/ 1276219 w 1507141"/>
              <a:gd name="connsiteY168" fmla="*/ 173076 h 188151"/>
              <a:gd name="connsiteX169" fmla="*/ 1274699 w 1507141"/>
              <a:gd name="connsiteY169" fmla="*/ 174128 h 188151"/>
              <a:gd name="connsiteX170" fmla="*/ 1271778 w 1507141"/>
              <a:gd name="connsiteY170" fmla="*/ 175997 h 188151"/>
              <a:gd name="connsiteX171" fmla="*/ 1271193 w 1507141"/>
              <a:gd name="connsiteY171" fmla="*/ 175997 h 188151"/>
              <a:gd name="connsiteX172" fmla="*/ 1269675 w 1507141"/>
              <a:gd name="connsiteY172" fmla="*/ 176933 h 188151"/>
              <a:gd name="connsiteX173" fmla="*/ 1266636 w 1507141"/>
              <a:gd name="connsiteY173" fmla="*/ 178685 h 188151"/>
              <a:gd name="connsiteX174" fmla="*/ 1265935 w 1507141"/>
              <a:gd name="connsiteY174" fmla="*/ 178685 h 188151"/>
              <a:gd name="connsiteX175" fmla="*/ 1261027 w 1507141"/>
              <a:gd name="connsiteY175" fmla="*/ 181022 h 188151"/>
              <a:gd name="connsiteX176" fmla="*/ 1260208 w 1507141"/>
              <a:gd name="connsiteY176" fmla="*/ 181022 h 188151"/>
              <a:gd name="connsiteX177" fmla="*/ 1257053 w 1507141"/>
              <a:gd name="connsiteY177" fmla="*/ 182191 h 188151"/>
              <a:gd name="connsiteX178" fmla="*/ 1255533 w 1507141"/>
              <a:gd name="connsiteY178" fmla="*/ 182191 h 188151"/>
              <a:gd name="connsiteX179" fmla="*/ 1254599 w 1507141"/>
              <a:gd name="connsiteY179" fmla="*/ 182191 h 188151"/>
              <a:gd name="connsiteX180" fmla="*/ 1252029 w 1507141"/>
              <a:gd name="connsiteY180" fmla="*/ 183127 h 188151"/>
              <a:gd name="connsiteX181" fmla="*/ 1250976 w 1507141"/>
              <a:gd name="connsiteY181" fmla="*/ 183127 h 188151"/>
              <a:gd name="connsiteX182" fmla="*/ 1249456 w 1507141"/>
              <a:gd name="connsiteY182" fmla="*/ 183127 h 188151"/>
              <a:gd name="connsiteX183" fmla="*/ 1248405 w 1507141"/>
              <a:gd name="connsiteY183" fmla="*/ 183127 h 188151"/>
              <a:gd name="connsiteX184" fmla="*/ 1245952 w 1507141"/>
              <a:gd name="connsiteY184" fmla="*/ 183127 h 188151"/>
              <a:gd name="connsiteX185" fmla="*/ 1244782 w 1507141"/>
              <a:gd name="connsiteY185" fmla="*/ 183127 h 188151"/>
              <a:gd name="connsiteX186" fmla="*/ 1243379 w 1507141"/>
              <a:gd name="connsiteY186" fmla="*/ 183127 h 188151"/>
              <a:gd name="connsiteX187" fmla="*/ 1242095 w 1507141"/>
              <a:gd name="connsiteY187" fmla="*/ 183127 h 188151"/>
              <a:gd name="connsiteX188" fmla="*/ 1239758 w 1507141"/>
              <a:gd name="connsiteY188" fmla="*/ 183127 h 188151"/>
              <a:gd name="connsiteX189" fmla="*/ 1238471 w 1507141"/>
              <a:gd name="connsiteY189" fmla="*/ 183127 h 188151"/>
              <a:gd name="connsiteX190" fmla="*/ 1237068 w 1507141"/>
              <a:gd name="connsiteY190" fmla="*/ 183127 h 188151"/>
              <a:gd name="connsiteX191" fmla="*/ 1235550 w 1507141"/>
              <a:gd name="connsiteY191" fmla="*/ 183127 h 188151"/>
              <a:gd name="connsiteX192" fmla="*/ 1233447 w 1507141"/>
              <a:gd name="connsiteY192" fmla="*/ 183127 h 188151"/>
              <a:gd name="connsiteX193" fmla="*/ 1224682 w 1507141"/>
              <a:gd name="connsiteY193" fmla="*/ 183127 h 188151"/>
              <a:gd name="connsiteX194" fmla="*/ 1218138 w 1507141"/>
              <a:gd name="connsiteY194" fmla="*/ 183127 h 188151"/>
              <a:gd name="connsiteX195" fmla="*/ 1129846 w 1507141"/>
              <a:gd name="connsiteY195" fmla="*/ 88292 h 188151"/>
              <a:gd name="connsiteX196" fmla="*/ 1188784 w 1507141"/>
              <a:gd name="connsiteY196" fmla="*/ 5923 h 188151"/>
              <a:gd name="connsiteX197" fmla="*/ 1224681 w 1507141"/>
              <a:gd name="connsiteY197" fmla="*/ 0 h 188151"/>
              <a:gd name="connsiteX198" fmla="*/ 1224682 w 1507141"/>
              <a:gd name="connsiteY198" fmla="*/ 0 h 188151"/>
              <a:gd name="connsiteX199" fmla="*/ 1224681 w 1507141"/>
              <a:gd name="connsiteY199" fmla="*/ 1 h 18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1507141" h="188151">
                <a:moveTo>
                  <a:pt x="568487" y="37280"/>
                </a:moveTo>
                <a:cubicBezTo>
                  <a:pt x="564228" y="37216"/>
                  <a:pt x="560722" y="40616"/>
                  <a:pt x="560658" y="44876"/>
                </a:cubicBezTo>
                <a:cubicBezTo>
                  <a:pt x="560658" y="44915"/>
                  <a:pt x="560658" y="44954"/>
                  <a:pt x="560658" y="44993"/>
                </a:cubicBezTo>
                <a:lnTo>
                  <a:pt x="560658" y="83208"/>
                </a:lnTo>
                <a:cubicBezTo>
                  <a:pt x="560656" y="87467"/>
                  <a:pt x="564110" y="90920"/>
                  <a:pt x="568370" y="90922"/>
                </a:cubicBezTo>
                <a:cubicBezTo>
                  <a:pt x="568409" y="90922"/>
                  <a:pt x="568448" y="90920"/>
                  <a:pt x="568487" y="90920"/>
                </a:cubicBezTo>
                <a:lnTo>
                  <a:pt x="616284" y="90920"/>
                </a:lnTo>
                <a:cubicBezTo>
                  <a:pt x="630990" y="91071"/>
                  <a:pt x="643227" y="79656"/>
                  <a:pt x="644098" y="64977"/>
                </a:cubicBezTo>
                <a:cubicBezTo>
                  <a:pt x="644615" y="50205"/>
                  <a:pt x="633059" y="37813"/>
                  <a:pt x="618289" y="37296"/>
                </a:cubicBezTo>
                <a:cubicBezTo>
                  <a:pt x="617931" y="37284"/>
                  <a:pt x="617575" y="37279"/>
                  <a:pt x="617219" y="37280"/>
                </a:cubicBezTo>
                <a:close/>
                <a:moveTo>
                  <a:pt x="1415753" y="36113"/>
                </a:moveTo>
                <a:lnTo>
                  <a:pt x="1415753" y="36230"/>
                </a:lnTo>
                <a:cubicBezTo>
                  <a:pt x="1382385" y="36164"/>
                  <a:pt x="1355282" y="63162"/>
                  <a:pt x="1355218" y="96530"/>
                </a:cubicBezTo>
                <a:cubicBezTo>
                  <a:pt x="1355153" y="129898"/>
                  <a:pt x="1382151" y="157001"/>
                  <a:pt x="1415519" y="157065"/>
                </a:cubicBezTo>
                <a:cubicBezTo>
                  <a:pt x="1448888" y="157129"/>
                  <a:pt x="1475991" y="130132"/>
                  <a:pt x="1476055" y="96763"/>
                </a:cubicBezTo>
                <a:cubicBezTo>
                  <a:pt x="1476055" y="96725"/>
                  <a:pt x="1476055" y="96686"/>
                  <a:pt x="1476055" y="96646"/>
                </a:cubicBezTo>
                <a:cubicBezTo>
                  <a:pt x="1476055" y="63306"/>
                  <a:pt x="1449095" y="36242"/>
                  <a:pt x="1415753" y="36113"/>
                </a:cubicBezTo>
                <a:close/>
                <a:moveTo>
                  <a:pt x="1026131" y="33069"/>
                </a:moveTo>
                <a:cubicBezTo>
                  <a:pt x="1025896" y="33069"/>
                  <a:pt x="1025662" y="33071"/>
                  <a:pt x="1025426" y="33074"/>
                </a:cubicBezTo>
                <a:cubicBezTo>
                  <a:pt x="992059" y="33396"/>
                  <a:pt x="965272" y="60707"/>
                  <a:pt x="965594" y="94074"/>
                </a:cubicBezTo>
                <a:cubicBezTo>
                  <a:pt x="965918" y="127440"/>
                  <a:pt x="993229" y="154228"/>
                  <a:pt x="1026596" y="153905"/>
                </a:cubicBezTo>
                <a:cubicBezTo>
                  <a:pt x="1059778" y="153584"/>
                  <a:pt x="1086492" y="126560"/>
                  <a:pt x="1086429" y="93376"/>
                </a:cubicBezTo>
                <a:cubicBezTo>
                  <a:pt x="1086431" y="60071"/>
                  <a:pt x="1059436" y="33073"/>
                  <a:pt x="1026131" y="33069"/>
                </a:cubicBezTo>
                <a:close/>
                <a:moveTo>
                  <a:pt x="246174" y="32839"/>
                </a:moveTo>
                <a:lnTo>
                  <a:pt x="246174" y="33307"/>
                </a:lnTo>
                <a:cubicBezTo>
                  <a:pt x="212676" y="33242"/>
                  <a:pt x="185469" y="60344"/>
                  <a:pt x="185404" y="93842"/>
                </a:cubicBezTo>
                <a:cubicBezTo>
                  <a:pt x="185340" y="127340"/>
                  <a:pt x="212442" y="154545"/>
                  <a:pt x="245940" y="154611"/>
                </a:cubicBezTo>
                <a:cubicBezTo>
                  <a:pt x="279438" y="154675"/>
                  <a:pt x="306645" y="127572"/>
                  <a:pt x="306709" y="94074"/>
                </a:cubicBezTo>
                <a:cubicBezTo>
                  <a:pt x="306709" y="93998"/>
                  <a:pt x="306709" y="93920"/>
                  <a:pt x="306709" y="93842"/>
                </a:cubicBezTo>
                <a:cubicBezTo>
                  <a:pt x="306904" y="60344"/>
                  <a:pt x="279905" y="33034"/>
                  <a:pt x="246409" y="32839"/>
                </a:cubicBezTo>
                <a:cubicBezTo>
                  <a:pt x="246331" y="32839"/>
                  <a:pt x="246252" y="32839"/>
                  <a:pt x="246174" y="32839"/>
                </a:cubicBezTo>
                <a:close/>
                <a:moveTo>
                  <a:pt x="537167" y="5610"/>
                </a:moveTo>
                <a:lnTo>
                  <a:pt x="615933" y="5610"/>
                </a:lnTo>
                <a:cubicBezTo>
                  <a:pt x="631375" y="5591"/>
                  <a:pt x="646246" y="11439"/>
                  <a:pt x="657538" y="21971"/>
                </a:cubicBezTo>
                <a:cubicBezTo>
                  <a:pt x="668790" y="32336"/>
                  <a:pt x="675437" y="46767"/>
                  <a:pt x="676002" y="62056"/>
                </a:cubicBezTo>
                <a:cubicBezTo>
                  <a:pt x="676825" y="83117"/>
                  <a:pt x="666241" y="102990"/>
                  <a:pt x="648305" y="114059"/>
                </a:cubicBezTo>
                <a:cubicBezTo>
                  <a:pt x="644999" y="116079"/>
                  <a:pt x="643782" y="120288"/>
                  <a:pt x="645501" y="123759"/>
                </a:cubicBezTo>
                <a:lnTo>
                  <a:pt x="668172" y="171323"/>
                </a:lnTo>
                <a:cubicBezTo>
                  <a:pt x="670373" y="174970"/>
                  <a:pt x="669199" y="179710"/>
                  <a:pt x="665552" y="181912"/>
                </a:cubicBezTo>
                <a:cubicBezTo>
                  <a:pt x="664230" y="182708"/>
                  <a:pt x="662702" y="183091"/>
                  <a:pt x="661159" y="183010"/>
                </a:cubicBezTo>
                <a:lnTo>
                  <a:pt x="644448" y="181957"/>
                </a:lnTo>
                <a:cubicBezTo>
                  <a:pt x="641488" y="181923"/>
                  <a:pt x="638809" y="180197"/>
                  <a:pt x="637553" y="177517"/>
                </a:cubicBezTo>
                <a:lnTo>
                  <a:pt x="613362" y="126914"/>
                </a:lnTo>
                <a:cubicBezTo>
                  <a:pt x="612097" y="124260"/>
                  <a:pt x="609410" y="122576"/>
                  <a:pt x="606469" y="122591"/>
                </a:cubicBezTo>
                <a:lnTo>
                  <a:pt x="568487" y="122591"/>
                </a:lnTo>
                <a:cubicBezTo>
                  <a:pt x="564228" y="122525"/>
                  <a:pt x="560722" y="125926"/>
                  <a:pt x="560658" y="130187"/>
                </a:cubicBezTo>
                <a:cubicBezTo>
                  <a:pt x="560658" y="130225"/>
                  <a:pt x="560658" y="130265"/>
                  <a:pt x="560658" y="130303"/>
                </a:cubicBezTo>
                <a:lnTo>
                  <a:pt x="560658" y="174128"/>
                </a:lnTo>
                <a:cubicBezTo>
                  <a:pt x="560722" y="178387"/>
                  <a:pt x="557321" y="181891"/>
                  <a:pt x="553062" y="181957"/>
                </a:cubicBezTo>
                <a:cubicBezTo>
                  <a:pt x="553023" y="181957"/>
                  <a:pt x="552983" y="181957"/>
                  <a:pt x="552944" y="181957"/>
                </a:cubicBezTo>
                <a:lnTo>
                  <a:pt x="537167" y="181957"/>
                </a:lnTo>
                <a:cubicBezTo>
                  <a:pt x="532889" y="181893"/>
                  <a:pt x="529455" y="178407"/>
                  <a:pt x="529455" y="174128"/>
                </a:cubicBezTo>
                <a:lnTo>
                  <a:pt x="529455" y="13324"/>
                </a:lnTo>
                <a:cubicBezTo>
                  <a:pt x="529517" y="9089"/>
                  <a:pt x="532933" y="5672"/>
                  <a:pt x="537167" y="5610"/>
                </a:cubicBezTo>
                <a:close/>
                <a:moveTo>
                  <a:pt x="359883" y="5610"/>
                </a:moveTo>
                <a:lnTo>
                  <a:pt x="376011" y="5610"/>
                </a:lnTo>
                <a:cubicBezTo>
                  <a:pt x="380271" y="5610"/>
                  <a:pt x="383725" y="9063"/>
                  <a:pt x="383725" y="13324"/>
                </a:cubicBezTo>
                <a:lnTo>
                  <a:pt x="383725" y="100504"/>
                </a:lnTo>
                <a:cubicBezTo>
                  <a:pt x="382398" y="127707"/>
                  <a:pt x="403378" y="150835"/>
                  <a:pt x="430583" y="152162"/>
                </a:cubicBezTo>
                <a:cubicBezTo>
                  <a:pt x="457787" y="153488"/>
                  <a:pt x="480915" y="132508"/>
                  <a:pt x="482240" y="105303"/>
                </a:cubicBezTo>
                <a:cubicBezTo>
                  <a:pt x="482318" y="103705"/>
                  <a:pt x="482318" y="102103"/>
                  <a:pt x="482240" y="100504"/>
                </a:cubicBezTo>
                <a:lnTo>
                  <a:pt x="482240" y="13324"/>
                </a:lnTo>
                <a:cubicBezTo>
                  <a:pt x="482303" y="9089"/>
                  <a:pt x="485721" y="5672"/>
                  <a:pt x="489954" y="5610"/>
                </a:cubicBezTo>
                <a:lnTo>
                  <a:pt x="506080" y="5610"/>
                </a:lnTo>
                <a:cubicBezTo>
                  <a:pt x="510341" y="5610"/>
                  <a:pt x="513795" y="9063"/>
                  <a:pt x="513795" y="13324"/>
                </a:cubicBezTo>
                <a:lnTo>
                  <a:pt x="513795" y="101088"/>
                </a:lnTo>
                <a:cubicBezTo>
                  <a:pt x="513859" y="145686"/>
                  <a:pt x="477756" y="181893"/>
                  <a:pt x="433157" y="181957"/>
                </a:cubicBezTo>
                <a:cubicBezTo>
                  <a:pt x="433118" y="181957"/>
                  <a:pt x="433079" y="181957"/>
                  <a:pt x="433040" y="181957"/>
                </a:cubicBezTo>
                <a:cubicBezTo>
                  <a:pt x="388378" y="181957"/>
                  <a:pt x="352171" y="145752"/>
                  <a:pt x="352171" y="101088"/>
                </a:cubicBezTo>
                <a:lnTo>
                  <a:pt x="352171" y="13324"/>
                </a:lnTo>
                <a:cubicBezTo>
                  <a:pt x="352171" y="9063"/>
                  <a:pt x="355625" y="5610"/>
                  <a:pt x="359883" y="5610"/>
                </a:cubicBezTo>
                <a:close/>
                <a:moveTo>
                  <a:pt x="141114" y="5610"/>
                </a:moveTo>
                <a:lnTo>
                  <a:pt x="156306" y="5610"/>
                </a:lnTo>
                <a:cubicBezTo>
                  <a:pt x="160559" y="5837"/>
                  <a:pt x="163823" y="9468"/>
                  <a:pt x="163598" y="13722"/>
                </a:cubicBezTo>
                <a:cubicBezTo>
                  <a:pt x="163530" y="14986"/>
                  <a:pt x="163152" y="16213"/>
                  <a:pt x="162500" y="17296"/>
                </a:cubicBezTo>
                <a:lnTo>
                  <a:pt x="99626" y="104244"/>
                </a:lnTo>
                <a:cubicBezTo>
                  <a:pt x="98219" y="106175"/>
                  <a:pt x="97480" y="108514"/>
                  <a:pt x="97523" y="110903"/>
                </a:cubicBezTo>
                <a:lnTo>
                  <a:pt x="97523" y="174245"/>
                </a:lnTo>
                <a:cubicBezTo>
                  <a:pt x="97460" y="178478"/>
                  <a:pt x="94044" y="181895"/>
                  <a:pt x="89810" y="181957"/>
                </a:cubicBezTo>
                <a:lnTo>
                  <a:pt x="73566" y="181957"/>
                </a:lnTo>
                <a:cubicBezTo>
                  <a:pt x="69333" y="181895"/>
                  <a:pt x="65916" y="178478"/>
                  <a:pt x="65853" y="174245"/>
                </a:cubicBezTo>
                <a:lnTo>
                  <a:pt x="65853" y="110903"/>
                </a:lnTo>
                <a:cubicBezTo>
                  <a:pt x="65896" y="108514"/>
                  <a:pt x="65157" y="106175"/>
                  <a:pt x="63749" y="104244"/>
                </a:cubicBezTo>
                <a:lnTo>
                  <a:pt x="1110" y="17880"/>
                </a:lnTo>
                <a:cubicBezTo>
                  <a:pt x="-1091" y="14234"/>
                  <a:pt x="83" y="9492"/>
                  <a:pt x="3730" y="7292"/>
                </a:cubicBezTo>
                <a:cubicBezTo>
                  <a:pt x="4813" y="6638"/>
                  <a:pt x="6040" y="6262"/>
                  <a:pt x="7304" y="6194"/>
                </a:cubicBezTo>
                <a:lnTo>
                  <a:pt x="22964" y="6194"/>
                </a:lnTo>
                <a:cubicBezTo>
                  <a:pt x="25210" y="6196"/>
                  <a:pt x="27343" y="7177"/>
                  <a:pt x="28807" y="8882"/>
                </a:cubicBezTo>
                <a:lnTo>
                  <a:pt x="75552" y="74910"/>
                </a:lnTo>
                <a:cubicBezTo>
                  <a:pt x="77036" y="76904"/>
                  <a:pt x="79378" y="78075"/>
                  <a:pt x="81863" y="78065"/>
                </a:cubicBezTo>
                <a:cubicBezTo>
                  <a:pt x="84316" y="78075"/>
                  <a:pt x="86623" y="76901"/>
                  <a:pt x="88057" y="74910"/>
                </a:cubicBezTo>
                <a:lnTo>
                  <a:pt x="134803" y="8882"/>
                </a:lnTo>
                <a:cubicBezTo>
                  <a:pt x="136248" y="6830"/>
                  <a:pt x="138602" y="5608"/>
                  <a:pt x="141114" y="5610"/>
                </a:cubicBezTo>
                <a:close/>
                <a:moveTo>
                  <a:pt x="1415286" y="4910"/>
                </a:moveTo>
                <a:cubicBezTo>
                  <a:pt x="1465887" y="4781"/>
                  <a:pt x="1507012" y="45696"/>
                  <a:pt x="1507141" y="96297"/>
                </a:cubicBezTo>
                <a:cubicBezTo>
                  <a:pt x="1507141" y="96375"/>
                  <a:pt x="1507141" y="96453"/>
                  <a:pt x="1507141" y="96530"/>
                </a:cubicBezTo>
                <a:cubicBezTo>
                  <a:pt x="1507077" y="147014"/>
                  <a:pt x="1466236" y="187958"/>
                  <a:pt x="1415753" y="188151"/>
                </a:cubicBezTo>
                <a:cubicBezTo>
                  <a:pt x="1365152" y="188280"/>
                  <a:pt x="1324027" y="147365"/>
                  <a:pt x="1323898" y="96765"/>
                </a:cubicBezTo>
                <a:cubicBezTo>
                  <a:pt x="1323769" y="46164"/>
                  <a:pt x="1364684" y="5039"/>
                  <a:pt x="1415286" y="4910"/>
                </a:cubicBezTo>
                <a:close/>
                <a:moveTo>
                  <a:pt x="792047" y="4091"/>
                </a:moveTo>
                <a:lnTo>
                  <a:pt x="808875" y="4091"/>
                </a:lnTo>
                <a:cubicBezTo>
                  <a:pt x="813135" y="4091"/>
                  <a:pt x="816589" y="7545"/>
                  <a:pt x="816589" y="11805"/>
                </a:cubicBezTo>
                <a:lnTo>
                  <a:pt x="816589" y="144443"/>
                </a:lnTo>
                <a:cubicBezTo>
                  <a:pt x="816589" y="148704"/>
                  <a:pt x="820043" y="152157"/>
                  <a:pt x="824301" y="152157"/>
                </a:cubicBezTo>
                <a:lnTo>
                  <a:pt x="919780" y="152157"/>
                </a:lnTo>
                <a:cubicBezTo>
                  <a:pt x="924040" y="152157"/>
                  <a:pt x="927494" y="155611"/>
                  <a:pt x="927494" y="159870"/>
                </a:cubicBezTo>
                <a:lnTo>
                  <a:pt x="927494" y="175413"/>
                </a:lnTo>
                <a:cubicBezTo>
                  <a:pt x="927558" y="179607"/>
                  <a:pt x="924210" y="183060"/>
                  <a:pt x="920015" y="183125"/>
                </a:cubicBezTo>
                <a:cubicBezTo>
                  <a:pt x="919937" y="183127"/>
                  <a:pt x="919858" y="183127"/>
                  <a:pt x="919780" y="183125"/>
                </a:cubicBezTo>
                <a:lnTo>
                  <a:pt x="792047" y="183125"/>
                </a:lnTo>
                <a:cubicBezTo>
                  <a:pt x="787853" y="183191"/>
                  <a:pt x="784400" y="179842"/>
                  <a:pt x="784335" y="175648"/>
                </a:cubicBezTo>
                <a:cubicBezTo>
                  <a:pt x="784333" y="175570"/>
                  <a:pt x="784333" y="175491"/>
                  <a:pt x="784335" y="175413"/>
                </a:cubicBezTo>
                <a:lnTo>
                  <a:pt x="784335" y="11805"/>
                </a:lnTo>
                <a:cubicBezTo>
                  <a:pt x="784335" y="7545"/>
                  <a:pt x="787787" y="4091"/>
                  <a:pt x="792047" y="4091"/>
                </a:cubicBezTo>
                <a:close/>
                <a:moveTo>
                  <a:pt x="1025426" y="1754"/>
                </a:moveTo>
                <a:cubicBezTo>
                  <a:pt x="1076028" y="1754"/>
                  <a:pt x="1117048" y="42774"/>
                  <a:pt x="1117048" y="93376"/>
                </a:cubicBezTo>
                <a:cubicBezTo>
                  <a:pt x="1117048" y="143976"/>
                  <a:pt x="1076028" y="184996"/>
                  <a:pt x="1025426" y="184996"/>
                </a:cubicBezTo>
                <a:cubicBezTo>
                  <a:pt x="974825" y="184996"/>
                  <a:pt x="933805" y="143976"/>
                  <a:pt x="933805" y="93376"/>
                </a:cubicBezTo>
                <a:cubicBezTo>
                  <a:pt x="933805" y="42774"/>
                  <a:pt x="974825" y="1754"/>
                  <a:pt x="1025426" y="1754"/>
                </a:cubicBezTo>
                <a:close/>
                <a:moveTo>
                  <a:pt x="247109" y="1522"/>
                </a:moveTo>
                <a:cubicBezTo>
                  <a:pt x="297657" y="1780"/>
                  <a:pt x="338497" y="42827"/>
                  <a:pt x="338497" y="93374"/>
                </a:cubicBezTo>
                <a:cubicBezTo>
                  <a:pt x="338497" y="144105"/>
                  <a:pt x="297373" y="185230"/>
                  <a:pt x="246643" y="185230"/>
                </a:cubicBezTo>
                <a:cubicBezTo>
                  <a:pt x="246487" y="185230"/>
                  <a:pt x="246330" y="185230"/>
                  <a:pt x="246174" y="185228"/>
                </a:cubicBezTo>
                <a:cubicBezTo>
                  <a:pt x="195445" y="184970"/>
                  <a:pt x="154528" y="143637"/>
                  <a:pt x="154788" y="92908"/>
                </a:cubicBezTo>
                <a:cubicBezTo>
                  <a:pt x="155045" y="42178"/>
                  <a:pt x="196379" y="1263"/>
                  <a:pt x="247109" y="1522"/>
                </a:cubicBezTo>
                <a:close/>
                <a:moveTo>
                  <a:pt x="1224681" y="1"/>
                </a:moveTo>
                <a:lnTo>
                  <a:pt x="1253557" y="4696"/>
                </a:lnTo>
                <a:cubicBezTo>
                  <a:pt x="1262811" y="7774"/>
                  <a:pt x="1271575" y="12325"/>
                  <a:pt x="1279492" y="18231"/>
                </a:cubicBezTo>
                <a:cubicBezTo>
                  <a:pt x="1284164" y="21722"/>
                  <a:pt x="1288505" y="25633"/>
                  <a:pt x="1292462" y="29917"/>
                </a:cubicBezTo>
                <a:cubicBezTo>
                  <a:pt x="1292546" y="30027"/>
                  <a:pt x="1292623" y="30139"/>
                  <a:pt x="1292700" y="30251"/>
                </a:cubicBezTo>
                <a:cubicBezTo>
                  <a:pt x="1295026" y="33742"/>
                  <a:pt x="1294084" y="38458"/>
                  <a:pt x="1290593" y="40787"/>
                </a:cubicBezTo>
                <a:lnTo>
                  <a:pt x="1277504" y="49902"/>
                </a:lnTo>
                <a:cubicBezTo>
                  <a:pt x="1274489" y="52127"/>
                  <a:pt x="1270293" y="51776"/>
                  <a:pt x="1267687" y="49083"/>
                </a:cubicBezTo>
                <a:lnTo>
                  <a:pt x="1264182" y="45811"/>
                </a:lnTo>
                <a:lnTo>
                  <a:pt x="1263481" y="45110"/>
                </a:lnTo>
                <a:cubicBezTo>
                  <a:pt x="1252659" y="36087"/>
                  <a:pt x="1239005" y="31163"/>
                  <a:pt x="1224914" y="31204"/>
                </a:cubicBezTo>
                <a:lnTo>
                  <a:pt x="1222344" y="31204"/>
                </a:lnTo>
                <a:lnTo>
                  <a:pt x="1218138" y="31204"/>
                </a:lnTo>
                <a:cubicBezTo>
                  <a:pt x="1214489" y="31593"/>
                  <a:pt x="1210890" y="32337"/>
                  <a:pt x="1207385" y="33424"/>
                </a:cubicBezTo>
                <a:cubicBezTo>
                  <a:pt x="1186411" y="39678"/>
                  <a:pt x="1170459" y="56787"/>
                  <a:pt x="1165686" y="78148"/>
                </a:cubicBezTo>
                <a:cubicBezTo>
                  <a:pt x="1158409" y="110714"/>
                  <a:pt x="1178911" y="143011"/>
                  <a:pt x="1211476" y="150288"/>
                </a:cubicBezTo>
                <a:lnTo>
                  <a:pt x="1216384" y="151222"/>
                </a:lnTo>
                <a:lnTo>
                  <a:pt x="1217904" y="151222"/>
                </a:lnTo>
                <a:lnTo>
                  <a:pt x="1229590" y="151222"/>
                </a:lnTo>
                <a:cubicBezTo>
                  <a:pt x="1232617" y="151015"/>
                  <a:pt x="1235625" y="150585"/>
                  <a:pt x="1238588" y="149937"/>
                </a:cubicBezTo>
                <a:lnTo>
                  <a:pt x="1240224" y="149937"/>
                </a:lnTo>
                <a:lnTo>
                  <a:pt x="1241861" y="149937"/>
                </a:lnTo>
                <a:lnTo>
                  <a:pt x="1248756" y="147482"/>
                </a:lnTo>
                <a:lnTo>
                  <a:pt x="1250158" y="147482"/>
                </a:lnTo>
                <a:lnTo>
                  <a:pt x="1251444" y="146899"/>
                </a:lnTo>
                <a:lnTo>
                  <a:pt x="1252845" y="146197"/>
                </a:lnTo>
                <a:lnTo>
                  <a:pt x="1256001" y="144560"/>
                </a:lnTo>
                <a:lnTo>
                  <a:pt x="1256936" y="144560"/>
                </a:lnTo>
                <a:cubicBezTo>
                  <a:pt x="1265859" y="137697"/>
                  <a:pt x="1272961" y="128748"/>
                  <a:pt x="1277621" y="118500"/>
                </a:cubicBezTo>
                <a:cubicBezTo>
                  <a:pt x="1278365" y="116375"/>
                  <a:pt x="1277919" y="114015"/>
                  <a:pt x="1276453" y="112307"/>
                </a:cubicBezTo>
                <a:cubicBezTo>
                  <a:pt x="1275145" y="110934"/>
                  <a:pt x="1273323" y="110171"/>
                  <a:pt x="1271427" y="110203"/>
                </a:cubicBezTo>
                <a:lnTo>
                  <a:pt x="1237653" y="110203"/>
                </a:lnTo>
                <a:cubicBezTo>
                  <a:pt x="1233393" y="110203"/>
                  <a:pt x="1229941" y="106750"/>
                  <a:pt x="1229941" y="102490"/>
                </a:cubicBezTo>
                <a:lnTo>
                  <a:pt x="1229941" y="86714"/>
                </a:lnTo>
                <a:cubicBezTo>
                  <a:pt x="1229941" y="82454"/>
                  <a:pt x="1233393" y="79000"/>
                  <a:pt x="1237653" y="79000"/>
                </a:cubicBezTo>
                <a:lnTo>
                  <a:pt x="1307772" y="79000"/>
                </a:lnTo>
                <a:lnTo>
                  <a:pt x="1308473" y="79000"/>
                </a:lnTo>
                <a:cubicBezTo>
                  <a:pt x="1309961" y="79061"/>
                  <a:pt x="1311398" y="79560"/>
                  <a:pt x="1312606" y="80432"/>
                </a:cubicBezTo>
                <a:cubicBezTo>
                  <a:pt x="1316008" y="82888"/>
                  <a:pt x="1316774" y="87636"/>
                  <a:pt x="1314316" y="91037"/>
                </a:cubicBezTo>
                <a:lnTo>
                  <a:pt x="1314316" y="98868"/>
                </a:lnTo>
                <a:cubicBezTo>
                  <a:pt x="1314518" y="125045"/>
                  <a:pt x="1303295" y="150009"/>
                  <a:pt x="1283581" y="167233"/>
                </a:cubicBezTo>
                <a:lnTo>
                  <a:pt x="1280659" y="169686"/>
                </a:lnTo>
                <a:lnTo>
                  <a:pt x="1279141" y="170973"/>
                </a:lnTo>
                <a:cubicBezTo>
                  <a:pt x="1278222" y="171747"/>
                  <a:pt x="1277245" y="172450"/>
                  <a:pt x="1276219" y="173076"/>
                </a:cubicBezTo>
                <a:lnTo>
                  <a:pt x="1274699" y="174128"/>
                </a:lnTo>
                <a:lnTo>
                  <a:pt x="1271778" y="175997"/>
                </a:lnTo>
                <a:lnTo>
                  <a:pt x="1271193" y="175997"/>
                </a:lnTo>
                <a:lnTo>
                  <a:pt x="1269675" y="176933"/>
                </a:lnTo>
                <a:lnTo>
                  <a:pt x="1266636" y="178685"/>
                </a:lnTo>
                <a:lnTo>
                  <a:pt x="1265935" y="178685"/>
                </a:lnTo>
                <a:lnTo>
                  <a:pt x="1261027" y="181022"/>
                </a:lnTo>
                <a:lnTo>
                  <a:pt x="1260208" y="181022"/>
                </a:lnTo>
                <a:lnTo>
                  <a:pt x="1257053" y="182191"/>
                </a:lnTo>
                <a:lnTo>
                  <a:pt x="1255533" y="182191"/>
                </a:lnTo>
                <a:lnTo>
                  <a:pt x="1254599" y="182191"/>
                </a:lnTo>
                <a:lnTo>
                  <a:pt x="1252029" y="183127"/>
                </a:lnTo>
                <a:lnTo>
                  <a:pt x="1250976" y="183127"/>
                </a:lnTo>
                <a:lnTo>
                  <a:pt x="1249456" y="183127"/>
                </a:lnTo>
                <a:lnTo>
                  <a:pt x="1248405" y="183127"/>
                </a:lnTo>
                <a:lnTo>
                  <a:pt x="1245952" y="183127"/>
                </a:lnTo>
                <a:lnTo>
                  <a:pt x="1244782" y="183127"/>
                </a:lnTo>
                <a:lnTo>
                  <a:pt x="1243379" y="183127"/>
                </a:lnTo>
                <a:lnTo>
                  <a:pt x="1242095" y="183127"/>
                </a:lnTo>
                <a:lnTo>
                  <a:pt x="1239758" y="183127"/>
                </a:lnTo>
                <a:lnTo>
                  <a:pt x="1238471" y="183127"/>
                </a:lnTo>
                <a:lnTo>
                  <a:pt x="1237068" y="183127"/>
                </a:lnTo>
                <a:lnTo>
                  <a:pt x="1235550" y="183127"/>
                </a:lnTo>
                <a:lnTo>
                  <a:pt x="1233447" y="183127"/>
                </a:lnTo>
                <a:lnTo>
                  <a:pt x="1224682" y="183127"/>
                </a:lnTo>
                <a:cubicBezTo>
                  <a:pt x="1222501" y="183205"/>
                  <a:pt x="1220319" y="183205"/>
                  <a:pt x="1218138" y="183127"/>
                </a:cubicBezTo>
                <a:cubicBezTo>
                  <a:pt x="1167568" y="181318"/>
                  <a:pt x="1128040" y="138860"/>
                  <a:pt x="1129846" y="88292"/>
                </a:cubicBezTo>
                <a:cubicBezTo>
                  <a:pt x="1131201" y="50365"/>
                  <a:pt x="1155424" y="18648"/>
                  <a:pt x="1188784" y="5923"/>
                </a:cubicBezTo>
                <a:close/>
                <a:moveTo>
                  <a:pt x="1224681" y="0"/>
                </a:moveTo>
                <a:lnTo>
                  <a:pt x="1224682" y="0"/>
                </a:lnTo>
                <a:lnTo>
                  <a:pt x="1224681" y="1"/>
                </a:lnTo>
                <a:close/>
              </a:path>
            </a:pathLst>
          </a:custGeom>
          <a:solidFill>
            <a:schemeClr val="bg1"/>
          </a:solidFill>
          <a:ln w="48068" cap="flat">
            <a:noFill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4">
            <a:extLst>
              <a:ext uri="{FF2B5EF4-FFF2-40B4-BE49-F238E27FC236}">
                <a16:creationId xmlns:a16="http://schemas.microsoft.com/office/drawing/2014/main" id="{B7D7D833-70A5-FE71-EFC2-A6DF7C1BEF56}"/>
              </a:ext>
            </a:extLst>
          </p:cNvPr>
          <p:cNvSpPr/>
          <p:nvPr/>
        </p:nvSpPr>
        <p:spPr>
          <a:xfrm>
            <a:off x="812800" y="1314850"/>
            <a:ext cx="3975101" cy="2779993"/>
          </a:xfrm>
          <a:prstGeom prst="roundRect">
            <a:avLst>
              <a:gd name="adj" fmla="val 5365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5" name="Rectangle: Rounded Corners 5">
            <a:extLst>
              <a:ext uri="{FF2B5EF4-FFF2-40B4-BE49-F238E27FC236}">
                <a16:creationId xmlns:a16="http://schemas.microsoft.com/office/drawing/2014/main" id="{8DF875C8-0C35-1B2F-2C85-480065512AF6}"/>
              </a:ext>
            </a:extLst>
          </p:cNvPr>
          <p:cNvSpPr/>
          <p:nvPr/>
        </p:nvSpPr>
        <p:spPr>
          <a:xfrm>
            <a:off x="5054600" y="1335226"/>
            <a:ext cx="6337299" cy="2759617"/>
          </a:xfrm>
          <a:prstGeom prst="roundRect">
            <a:avLst>
              <a:gd name="adj" fmla="val 5281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cxnSp>
        <p:nvCxnSpPr>
          <p:cNvPr id="25" name="Straight Connector 19">
            <a:extLst>
              <a:ext uri="{FF2B5EF4-FFF2-40B4-BE49-F238E27FC236}">
                <a16:creationId xmlns:a16="http://schemas.microsoft.com/office/drawing/2014/main" id="{19E43170-733E-0EAE-C1AB-498F015BFD7D}"/>
              </a:ext>
            </a:extLst>
          </p:cNvPr>
          <p:cNvCxnSpPr/>
          <p:nvPr/>
        </p:nvCxnSpPr>
        <p:spPr>
          <a:xfrm rot="5400000" flipV="1">
            <a:off x="9945829" y="2409702"/>
            <a:ext cx="0" cy="2022088"/>
          </a:xfrm>
          <a:prstGeom prst="line">
            <a:avLst/>
          </a:prstGeom>
          <a:ln w="149225" cap="rnd">
            <a:solidFill>
              <a:schemeClr val="accent5">
                <a:lumMod val="60000"/>
                <a:lumOff val="40000"/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0">
            <a:extLst>
              <a:ext uri="{FF2B5EF4-FFF2-40B4-BE49-F238E27FC236}">
                <a16:creationId xmlns:a16="http://schemas.microsoft.com/office/drawing/2014/main" id="{7498BA55-2BD5-CDF8-F42B-116BCD5CB8F0}"/>
              </a:ext>
            </a:extLst>
          </p:cNvPr>
          <p:cNvCxnSpPr>
            <a:cxnSpLocks/>
          </p:cNvCxnSpPr>
          <p:nvPr/>
        </p:nvCxnSpPr>
        <p:spPr>
          <a:xfrm>
            <a:off x="8934786" y="3420745"/>
            <a:ext cx="921483" cy="0"/>
          </a:xfrm>
          <a:prstGeom prst="line">
            <a:avLst/>
          </a:prstGeom>
          <a:ln w="149225" cap="rnd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1">
            <a:extLst>
              <a:ext uri="{FF2B5EF4-FFF2-40B4-BE49-F238E27FC236}">
                <a16:creationId xmlns:a16="http://schemas.microsoft.com/office/drawing/2014/main" id="{D1399F33-EA57-D5DC-AC4F-741C950DA446}"/>
              </a:ext>
            </a:extLst>
          </p:cNvPr>
          <p:cNvCxnSpPr/>
          <p:nvPr/>
        </p:nvCxnSpPr>
        <p:spPr>
          <a:xfrm rot="5400000" flipV="1">
            <a:off x="9945829" y="1880313"/>
            <a:ext cx="0" cy="2022088"/>
          </a:xfrm>
          <a:prstGeom prst="line">
            <a:avLst/>
          </a:prstGeom>
          <a:ln w="149225" cap="rnd">
            <a:solidFill>
              <a:schemeClr val="accent5">
                <a:lumMod val="60000"/>
                <a:lumOff val="40000"/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2">
            <a:extLst>
              <a:ext uri="{FF2B5EF4-FFF2-40B4-BE49-F238E27FC236}">
                <a16:creationId xmlns:a16="http://schemas.microsoft.com/office/drawing/2014/main" id="{138A9D4F-0E5A-D0EA-12BB-3D2DF8B8F141}"/>
              </a:ext>
            </a:extLst>
          </p:cNvPr>
          <p:cNvCxnSpPr>
            <a:cxnSpLocks/>
          </p:cNvCxnSpPr>
          <p:nvPr/>
        </p:nvCxnSpPr>
        <p:spPr>
          <a:xfrm>
            <a:off x="8934786" y="2891356"/>
            <a:ext cx="1576001" cy="0"/>
          </a:xfrm>
          <a:prstGeom prst="line">
            <a:avLst/>
          </a:prstGeom>
          <a:ln w="149225" cap="rnd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4798F5F4-DEFB-E680-D7C7-9A6D57427982}"/>
              </a:ext>
            </a:extLst>
          </p:cNvPr>
          <p:cNvCxnSpPr/>
          <p:nvPr/>
        </p:nvCxnSpPr>
        <p:spPr>
          <a:xfrm rot="5400000" flipV="1">
            <a:off x="9945829" y="1389425"/>
            <a:ext cx="0" cy="2022088"/>
          </a:xfrm>
          <a:prstGeom prst="line">
            <a:avLst/>
          </a:prstGeom>
          <a:ln w="149225" cap="rnd">
            <a:solidFill>
              <a:schemeClr val="accent5">
                <a:lumMod val="60000"/>
                <a:lumOff val="40000"/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4">
            <a:extLst>
              <a:ext uri="{FF2B5EF4-FFF2-40B4-BE49-F238E27FC236}">
                <a16:creationId xmlns:a16="http://schemas.microsoft.com/office/drawing/2014/main" id="{A9B83541-D6B0-A735-38F8-1FBAE387369D}"/>
              </a:ext>
            </a:extLst>
          </p:cNvPr>
          <p:cNvCxnSpPr>
            <a:cxnSpLocks/>
          </p:cNvCxnSpPr>
          <p:nvPr/>
        </p:nvCxnSpPr>
        <p:spPr>
          <a:xfrm>
            <a:off x="8934786" y="2400468"/>
            <a:ext cx="623100" cy="0"/>
          </a:xfrm>
          <a:prstGeom prst="line">
            <a:avLst/>
          </a:prstGeom>
          <a:ln w="149225" cap="rnd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25">
            <a:extLst>
              <a:ext uri="{FF2B5EF4-FFF2-40B4-BE49-F238E27FC236}">
                <a16:creationId xmlns:a16="http://schemas.microsoft.com/office/drawing/2014/main" id="{E3523394-769E-D2B4-CC1A-F5165C4A2C01}"/>
              </a:ext>
            </a:extLst>
          </p:cNvPr>
          <p:cNvCxnSpPr/>
          <p:nvPr/>
        </p:nvCxnSpPr>
        <p:spPr>
          <a:xfrm rot="5400000" flipV="1">
            <a:off x="9945829" y="902547"/>
            <a:ext cx="0" cy="2022088"/>
          </a:xfrm>
          <a:prstGeom prst="line">
            <a:avLst/>
          </a:prstGeom>
          <a:ln w="149225" cap="rnd">
            <a:solidFill>
              <a:schemeClr val="accent5">
                <a:lumMod val="60000"/>
                <a:lumOff val="40000"/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26">
            <a:extLst>
              <a:ext uri="{FF2B5EF4-FFF2-40B4-BE49-F238E27FC236}">
                <a16:creationId xmlns:a16="http://schemas.microsoft.com/office/drawing/2014/main" id="{EA6AE0A0-C96D-DD1F-6342-F66A23A5B4CA}"/>
              </a:ext>
            </a:extLst>
          </p:cNvPr>
          <p:cNvCxnSpPr>
            <a:cxnSpLocks/>
          </p:cNvCxnSpPr>
          <p:nvPr/>
        </p:nvCxnSpPr>
        <p:spPr>
          <a:xfrm>
            <a:off x="8934786" y="1913590"/>
            <a:ext cx="1094738" cy="0"/>
          </a:xfrm>
          <a:prstGeom prst="line">
            <a:avLst/>
          </a:prstGeom>
          <a:ln w="149225" cap="rnd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27">
            <a:extLst>
              <a:ext uri="{FF2B5EF4-FFF2-40B4-BE49-F238E27FC236}">
                <a16:creationId xmlns:a16="http://schemas.microsoft.com/office/drawing/2014/main" id="{CE0E1165-1ECC-A27D-0F82-972EFD205E6F}"/>
              </a:ext>
            </a:extLst>
          </p:cNvPr>
          <p:cNvSpPr/>
          <p:nvPr/>
        </p:nvSpPr>
        <p:spPr>
          <a:xfrm>
            <a:off x="8229617" y="1775747"/>
            <a:ext cx="6146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b="1" dirty="0">
                <a:solidFill>
                  <a:schemeClr val="accent1"/>
                </a:solidFill>
                <a:latin typeface="+mj-lt"/>
                <a:cs typeface="Calibri"/>
              </a:rPr>
              <a:t>CFA</a:t>
            </a:r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6D5A8CEA-75D5-BA96-1673-76DCEF995AC6}"/>
              </a:ext>
            </a:extLst>
          </p:cNvPr>
          <p:cNvSpPr/>
          <p:nvPr/>
        </p:nvSpPr>
        <p:spPr>
          <a:xfrm>
            <a:off x="8229617" y="2268507"/>
            <a:ext cx="6146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b="1" dirty="0">
                <a:solidFill>
                  <a:schemeClr val="accent1"/>
                </a:solidFill>
                <a:latin typeface="+mj-lt"/>
                <a:cs typeface="Calibri"/>
              </a:rPr>
              <a:t>SDY</a:t>
            </a:r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7AEEFE4B-A4E0-1966-115F-0963D947C870}"/>
              </a:ext>
            </a:extLst>
          </p:cNvPr>
          <p:cNvSpPr/>
          <p:nvPr/>
        </p:nvSpPr>
        <p:spPr>
          <a:xfrm>
            <a:off x="8229617" y="2740947"/>
            <a:ext cx="6146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b="1" dirty="0">
                <a:solidFill>
                  <a:schemeClr val="accent1"/>
                </a:solidFill>
                <a:latin typeface="+mj-lt"/>
                <a:cs typeface="Calibri"/>
              </a:rPr>
              <a:t>MLB</a:t>
            </a:r>
          </a:p>
        </p:txBody>
      </p:sp>
      <p:sp>
        <p:nvSpPr>
          <p:cNvPr id="36" name="Rectangle 30">
            <a:extLst>
              <a:ext uri="{FF2B5EF4-FFF2-40B4-BE49-F238E27FC236}">
                <a16:creationId xmlns:a16="http://schemas.microsoft.com/office/drawing/2014/main" id="{D8ED11B9-853E-A9A9-F647-1285439E7127}"/>
              </a:ext>
            </a:extLst>
          </p:cNvPr>
          <p:cNvSpPr/>
          <p:nvPr/>
        </p:nvSpPr>
        <p:spPr>
          <a:xfrm>
            <a:off x="8229617" y="3309907"/>
            <a:ext cx="6146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b="1" dirty="0">
                <a:solidFill>
                  <a:schemeClr val="accent1"/>
                </a:solidFill>
                <a:latin typeface="+mj-lt"/>
                <a:cs typeface="Calibri"/>
              </a:rPr>
              <a:t>BST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89A61BC-20DC-BBCB-545A-2E8CBC15EA84}"/>
              </a:ext>
            </a:extLst>
          </p:cNvPr>
          <p:cNvSpPr txBox="1"/>
          <p:nvPr/>
        </p:nvSpPr>
        <p:spPr>
          <a:xfrm>
            <a:off x="8917654" y="2072607"/>
            <a:ext cx="130649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-134 for last month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01BC41C5-7AED-D3D4-3848-F13F4A56ABCD}"/>
              </a:ext>
            </a:extLst>
          </p:cNvPr>
          <p:cNvSpPr txBox="1"/>
          <p:nvPr/>
        </p:nvSpPr>
        <p:spPr>
          <a:xfrm>
            <a:off x="8917654" y="2545047"/>
            <a:ext cx="130649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-134 for last month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EC930C61-AECA-EC5C-2141-270634844427}"/>
              </a:ext>
            </a:extLst>
          </p:cNvPr>
          <p:cNvSpPr txBox="1"/>
          <p:nvPr/>
        </p:nvSpPr>
        <p:spPr>
          <a:xfrm>
            <a:off x="8917654" y="3022567"/>
            <a:ext cx="130649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-134 for last month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C524161F-9C51-AA80-CA34-8D35EBD304A6}"/>
              </a:ext>
            </a:extLst>
          </p:cNvPr>
          <p:cNvSpPr txBox="1"/>
          <p:nvPr/>
        </p:nvSpPr>
        <p:spPr>
          <a:xfrm>
            <a:off x="8917654" y="3566127"/>
            <a:ext cx="130649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-134 for last month</a:t>
            </a:r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2BC63971-9208-036E-0BC7-29D1F4366FD0}"/>
              </a:ext>
            </a:extLst>
          </p:cNvPr>
          <p:cNvSpPr/>
          <p:nvPr/>
        </p:nvSpPr>
        <p:spPr>
          <a:xfrm>
            <a:off x="1167994" y="2767461"/>
            <a:ext cx="215093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6600" b="1" dirty="0">
                <a:solidFill>
                  <a:schemeClr val="bg1"/>
                </a:solidFill>
                <a:latin typeface="+mj-lt"/>
                <a:cs typeface="Calibri"/>
              </a:rPr>
              <a:t>80%</a:t>
            </a:r>
          </a:p>
        </p:txBody>
      </p:sp>
      <p:sp>
        <p:nvSpPr>
          <p:cNvPr id="47" name="Rectangle 47">
            <a:extLst>
              <a:ext uri="{FF2B5EF4-FFF2-40B4-BE49-F238E27FC236}">
                <a16:creationId xmlns:a16="http://schemas.microsoft.com/office/drawing/2014/main" id="{1DE14DC3-62FC-8D9F-F25C-0EC8CCBEFB0F}"/>
              </a:ext>
            </a:extLst>
          </p:cNvPr>
          <p:cNvSpPr/>
          <p:nvPr/>
        </p:nvSpPr>
        <p:spPr>
          <a:xfrm>
            <a:off x="3259261" y="3275461"/>
            <a:ext cx="13466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chemeClr val="bg1"/>
                </a:solidFill>
                <a:latin typeface="+mj-ea"/>
                <a:ea typeface="+mj-ea"/>
                <a:cs typeface="Calibri"/>
              </a:rPr>
              <a:t>2.345 +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12177AD0-0991-A471-F1A4-45380D67766F}"/>
              </a:ext>
            </a:extLst>
          </p:cNvPr>
          <p:cNvSpPr txBox="1"/>
          <p:nvPr/>
        </p:nvSpPr>
        <p:spPr>
          <a:xfrm>
            <a:off x="1321158" y="1790432"/>
            <a:ext cx="230257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+mj-lt"/>
              </a:rPr>
              <a:t>Car Infographic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6C1BC63D-AC6F-97FF-5AEF-7F8B0A8093EE}"/>
              </a:ext>
            </a:extLst>
          </p:cNvPr>
          <p:cNvSpPr txBox="1"/>
          <p:nvPr/>
        </p:nvSpPr>
        <p:spPr>
          <a:xfrm>
            <a:off x="1321158" y="2222060"/>
            <a:ext cx="3085742" cy="5278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+mj-ea"/>
                <a:ea typeface="+mj-ea"/>
              </a:rPr>
              <a:t>Visual car data in infographics presents complex automotive information</a:t>
            </a:r>
          </a:p>
        </p:txBody>
      </p:sp>
      <p:sp>
        <p:nvSpPr>
          <p:cNvPr id="50" name="Freeform 7">
            <a:extLst>
              <a:ext uri="{FF2B5EF4-FFF2-40B4-BE49-F238E27FC236}">
                <a16:creationId xmlns:a16="http://schemas.microsoft.com/office/drawing/2014/main" id="{B56D7DAA-AF85-8006-516D-3D49C7271178}"/>
              </a:ext>
            </a:extLst>
          </p:cNvPr>
          <p:cNvSpPr/>
          <p:nvPr/>
        </p:nvSpPr>
        <p:spPr>
          <a:xfrm>
            <a:off x="1456503" y="4799356"/>
            <a:ext cx="9753600" cy="352425"/>
          </a:xfrm>
          <a:custGeom>
            <a:avLst/>
            <a:gdLst>
              <a:gd name="connsiteX0" fmla="*/ -98 w 9753600"/>
              <a:gd name="connsiteY0" fmla="*/ 351887 h 352425"/>
              <a:gd name="connsiteX1" fmla="*/ 9753502 w 9753600"/>
              <a:gd name="connsiteY1" fmla="*/ 351887 h 352425"/>
              <a:gd name="connsiteX2" fmla="*/ -98 w 9753600"/>
              <a:gd name="connsiteY2" fmla="*/ -538 h 352425"/>
              <a:gd name="connsiteX3" fmla="*/ 9753502 w 9753600"/>
              <a:gd name="connsiteY3" fmla="*/ -538 h 35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53600" h="352425">
                <a:moveTo>
                  <a:pt x="-98" y="351887"/>
                </a:moveTo>
                <a:lnTo>
                  <a:pt x="9753502" y="351887"/>
                </a:lnTo>
                <a:moveTo>
                  <a:pt x="-98" y="-538"/>
                </a:moveTo>
                <a:lnTo>
                  <a:pt x="9753502" y="-538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 12">
            <a:extLst>
              <a:ext uri="{FF2B5EF4-FFF2-40B4-BE49-F238E27FC236}">
                <a16:creationId xmlns:a16="http://schemas.microsoft.com/office/drawing/2014/main" id="{FFD879A3-4F9A-14FA-5915-9EE2DF1E1265}"/>
              </a:ext>
            </a:extLst>
          </p:cNvPr>
          <p:cNvSpPr/>
          <p:nvPr/>
        </p:nvSpPr>
        <p:spPr>
          <a:xfrm>
            <a:off x="1456503" y="5494681"/>
            <a:ext cx="9753600" cy="9525"/>
          </a:xfrm>
          <a:custGeom>
            <a:avLst/>
            <a:gdLst>
              <a:gd name="connsiteX0" fmla="*/ -98 w 9753600"/>
              <a:gd name="connsiteY0" fmla="*/ -538 h 9525"/>
              <a:gd name="connsiteX1" fmla="*/ 9753502 w 9753600"/>
              <a:gd name="connsiteY1" fmla="*/ -538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753600" h="9525">
                <a:moveTo>
                  <a:pt x="-98" y="-538"/>
                </a:moveTo>
                <a:lnTo>
                  <a:pt x="9753502" y="-538"/>
                </a:lnTo>
              </a:path>
            </a:pathLst>
          </a:custGeom>
          <a:noFill/>
          <a:ln w="9525" cap="flat">
            <a:solidFill>
              <a:srgbClr val="D9D9D9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 16">
            <a:extLst>
              <a:ext uri="{FF2B5EF4-FFF2-40B4-BE49-F238E27FC236}">
                <a16:creationId xmlns:a16="http://schemas.microsoft.com/office/drawing/2014/main" id="{0F7D45F3-0093-8147-6DF1-2610C660DD84}"/>
              </a:ext>
            </a:extLst>
          </p:cNvPr>
          <p:cNvSpPr/>
          <p:nvPr/>
        </p:nvSpPr>
        <p:spPr>
          <a:xfrm>
            <a:off x="2428053" y="4866031"/>
            <a:ext cx="7800975" cy="495300"/>
          </a:xfrm>
          <a:custGeom>
            <a:avLst/>
            <a:gdLst>
              <a:gd name="connsiteX0" fmla="*/ -98 w 7800975"/>
              <a:gd name="connsiteY0" fmla="*/ 418562 h 495300"/>
              <a:gd name="connsiteX1" fmla="*/ 1952527 w 7800975"/>
              <a:gd name="connsiteY1" fmla="*/ 142337 h 495300"/>
              <a:gd name="connsiteX2" fmla="*/ 3905152 w 7800975"/>
              <a:gd name="connsiteY2" fmla="*/ 351887 h 495300"/>
              <a:gd name="connsiteX3" fmla="*/ 5857777 w 7800975"/>
              <a:gd name="connsiteY3" fmla="*/ 494762 h 495300"/>
              <a:gd name="connsiteX4" fmla="*/ 7800877 w 7800975"/>
              <a:gd name="connsiteY4" fmla="*/ -538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00975" h="495300">
                <a:moveTo>
                  <a:pt x="-98" y="418562"/>
                </a:moveTo>
                <a:lnTo>
                  <a:pt x="1952527" y="142337"/>
                </a:lnTo>
                <a:lnTo>
                  <a:pt x="3905152" y="351887"/>
                </a:lnTo>
                <a:lnTo>
                  <a:pt x="5857777" y="494762"/>
                </a:lnTo>
                <a:lnTo>
                  <a:pt x="7800877" y="-538"/>
                </a:lnTo>
              </a:path>
            </a:pathLst>
          </a:custGeom>
          <a:noFill/>
          <a:ln w="28575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Freeform 34">
            <a:extLst>
              <a:ext uri="{FF2B5EF4-FFF2-40B4-BE49-F238E27FC236}">
                <a16:creationId xmlns:a16="http://schemas.microsoft.com/office/drawing/2014/main" id="{2B8AA379-C206-12E0-6D36-552B5A7A211E}"/>
              </a:ext>
            </a:extLst>
          </p:cNvPr>
          <p:cNvSpPr/>
          <p:nvPr/>
        </p:nvSpPr>
        <p:spPr>
          <a:xfrm>
            <a:off x="2404241" y="5261319"/>
            <a:ext cx="57150" cy="57150"/>
          </a:xfrm>
          <a:custGeom>
            <a:avLst/>
            <a:gdLst>
              <a:gd name="connsiteX0" fmla="*/ 57052 w 57150"/>
              <a:gd name="connsiteY0" fmla="*/ 28037 h 57150"/>
              <a:gd name="connsiteX1" fmla="*/ 28477 w 57150"/>
              <a:gd name="connsiteY1" fmla="*/ 56612 h 57150"/>
              <a:gd name="connsiteX2" fmla="*/ -98 w 57150"/>
              <a:gd name="connsiteY2" fmla="*/ 28037 h 57150"/>
              <a:gd name="connsiteX3" fmla="*/ 28477 w 57150"/>
              <a:gd name="connsiteY3" fmla="*/ -538 h 57150"/>
              <a:gd name="connsiteX4" fmla="*/ 57052 w 57150"/>
              <a:gd name="connsiteY4" fmla="*/ 28037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50" h="57150">
                <a:moveTo>
                  <a:pt x="57052" y="28037"/>
                </a:moveTo>
                <a:cubicBezTo>
                  <a:pt x="57052" y="43820"/>
                  <a:pt x="44260" y="56612"/>
                  <a:pt x="28477" y="56612"/>
                </a:cubicBezTo>
                <a:cubicBezTo>
                  <a:pt x="12694" y="56612"/>
                  <a:pt x="-98" y="43820"/>
                  <a:pt x="-98" y="28037"/>
                </a:cubicBezTo>
                <a:cubicBezTo>
                  <a:pt x="-98" y="12254"/>
                  <a:pt x="12694" y="-538"/>
                  <a:pt x="28477" y="-538"/>
                </a:cubicBezTo>
                <a:cubicBezTo>
                  <a:pt x="44260" y="-538"/>
                  <a:pt x="57052" y="12254"/>
                  <a:pt x="57052" y="28037"/>
                </a:cubicBezTo>
                <a:close/>
              </a:path>
            </a:pathLst>
          </a:custGeom>
          <a:solidFill>
            <a:srgbClr val="001042"/>
          </a:solidFill>
          <a:ln w="9525" cap="flat">
            <a:solidFill>
              <a:srgbClr val="001042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Freeform 36">
            <a:extLst>
              <a:ext uri="{FF2B5EF4-FFF2-40B4-BE49-F238E27FC236}">
                <a16:creationId xmlns:a16="http://schemas.microsoft.com/office/drawing/2014/main" id="{FE6C94DD-86D3-75DC-0549-BA0ECBDFDEF7}"/>
              </a:ext>
            </a:extLst>
          </p:cNvPr>
          <p:cNvSpPr/>
          <p:nvPr/>
        </p:nvSpPr>
        <p:spPr>
          <a:xfrm>
            <a:off x="4356866" y="4985094"/>
            <a:ext cx="57150" cy="57150"/>
          </a:xfrm>
          <a:custGeom>
            <a:avLst/>
            <a:gdLst>
              <a:gd name="connsiteX0" fmla="*/ 57052 w 57150"/>
              <a:gd name="connsiteY0" fmla="*/ 28037 h 57150"/>
              <a:gd name="connsiteX1" fmla="*/ 28477 w 57150"/>
              <a:gd name="connsiteY1" fmla="*/ 56612 h 57150"/>
              <a:gd name="connsiteX2" fmla="*/ -98 w 57150"/>
              <a:gd name="connsiteY2" fmla="*/ 28037 h 57150"/>
              <a:gd name="connsiteX3" fmla="*/ 28477 w 57150"/>
              <a:gd name="connsiteY3" fmla="*/ -538 h 57150"/>
              <a:gd name="connsiteX4" fmla="*/ 57052 w 57150"/>
              <a:gd name="connsiteY4" fmla="*/ 28037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50" h="57150">
                <a:moveTo>
                  <a:pt x="57052" y="28037"/>
                </a:moveTo>
                <a:cubicBezTo>
                  <a:pt x="57052" y="43820"/>
                  <a:pt x="44260" y="56612"/>
                  <a:pt x="28477" y="56612"/>
                </a:cubicBezTo>
                <a:cubicBezTo>
                  <a:pt x="12694" y="56612"/>
                  <a:pt x="-98" y="43820"/>
                  <a:pt x="-98" y="28037"/>
                </a:cubicBezTo>
                <a:cubicBezTo>
                  <a:pt x="-98" y="12254"/>
                  <a:pt x="12694" y="-538"/>
                  <a:pt x="28477" y="-538"/>
                </a:cubicBezTo>
                <a:cubicBezTo>
                  <a:pt x="44260" y="-538"/>
                  <a:pt x="57052" y="12254"/>
                  <a:pt x="57052" y="28037"/>
                </a:cubicBezTo>
                <a:close/>
              </a:path>
            </a:pathLst>
          </a:custGeom>
          <a:solidFill>
            <a:srgbClr val="001042"/>
          </a:solidFill>
          <a:ln w="9525" cap="flat">
            <a:solidFill>
              <a:srgbClr val="001042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 37">
            <a:extLst>
              <a:ext uri="{FF2B5EF4-FFF2-40B4-BE49-F238E27FC236}">
                <a16:creationId xmlns:a16="http://schemas.microsoft.com/office/drawing/2014/main" id="{EE34113A-43C4-AADF-6053-ECB7EEDC6BE0}"/>
              </a:ext>
            </a:extLst>
          </p:cNvPr>
          <p:cNvSpPr/>
          <p:nvPr/>
        </p:nvSpPr>
        <p:spPr>
          <a:xfrm>
            <a:off x="6309491" y="5194644"/>
            <a:ext cx="57150" cy="57150"/>
          </a:xfrm>
          <a:custGeom>
            <a:avLst/>
            <a:gdLst>
              <a:gd name="connsiteX0" fmla="*/ 57052 w 57150"/>
              <a:gd name="connsiteY0" fmla="*/ 28037 h 57150"/>
              <a:gd name="connsiteX1" fmla="*/ 28477 w 57150"/>
              <a:gd name="connsiteY1" fmla="*/ 56612 h 57150"/>
              <a:gd name="connsiteX2" fmla="*/ -98 w 57150"/>
              <a:gd name="connsiteY2" fmla="*/ 28037 h 57150"/>
              <a:gd name="connsiteX3" fmla="*/ 28477 w 57150"/>
              <a:gd name="connsiteY3" fmla="*/ -538 h 57150"/>
              <a:gd name="connsiteX4" fmla="*/ 57052 w 57150"/>
              <a:gd name="connsiteY4" fmla="*/ 28037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50" h="57150">
                <a:moveTo>
                  <a:pt x="57052" y="28037"/>
                </a:moveTo>
                <a:cubicBezTo>
                  <a:pt x="57052" y="43820"/>
                  <a:pt x="44260" y="56612"/>
                  <a:pt x="28477" y="56612"/>
                </a:cubicBezTo>
                <a:cubicBezTo>
                  <a:pt x="12694" y="56612"/>
                  <a:pt x="-98" y="43820"/>
                  <a:pt x="-98" y="28037"/>
                </a:cubicBezTo>
                <a:cubicBezTo>
                  <a:pt x="-98" y="12254"/>
                  <a:pt x="12694" y="-538"/>
                  <a:pt x="28477" y="-538"/>
                </a:cubicBezTo>
                <a:cubicBezTo>
                  <a:pt x="44260" y="-538"/>
                  <a:pt x="57052" y="12254"/>
                  <a:pt x="57052" y="28037"/>
                </a:cubicBezTo>
                <a:close/>
              </a:path>
            </a:pathLst>
          </a:custGeom>
          <a:solidFill>
            <a:srgbClr val="001042"/>
          </a:solidFill>
          <a:ln w="9525" cap="flat">
            <a:solidFill>
              <a:srgbClr val="001042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Freeform 38">
            <a:extLst>
              <a:ext uri="{FF2B5EF4-FFF2-40B4-BE49-F238E27FC236}">
                <a16:creationId xmlns:a16="http://schemas.microsoft.com/office/drawing/2014/main" id="{78794EB0-5E14-BF0B-6431-775295B3C591}"/>
              </a:ext>
            </a:extLst>
          </p:cNvPr>
          <p:cNvSpPr/>
          <p:nvPr/>
        </p:nvSpPr>
        <p:spPr>
          <a:xfrm>
            <a:off x="8262116" y="5337519"/>
            <a:ext cx="57150" cy="57150"/>
          </a:xfrm>
          <a:custGeom>
            <a:avLst/>
            <a:gdLst>
              <a:gd name="connsiteX0" fmla="*/ 57052 w 57150"/>
              <a:gd name="connsiteY0" fmla="*/ 28037 h 57150"/>
              <a:gd name="connsiteX1" fmla="*/ 28477 w 57150"/>
              <a:gd name="connsiteY1" fmla="*/ 56612 h 57150"/>
              <a:gd name="connsiteX2" fmla="*/ -98 w 57150"/>
              <a:gd name="connsiteY2" fmla="*/ 28037 h 57150"/>
              <a:gd name="connsiteX3" fmla="*/ 28477 w 57150"/>
              <a:gd name="connsiteY3" fmla="*/ -538 h 57150"/>
              <a:gd name="connsiteX4" fmla="*/ 57052 w 57150"/>
              <a:gd name="connsiteY4" fmla="*/ 28037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50" h="57150">
                <a:moveTo>
                  <a:pt x="57052" y="28037"/>
                </a:moveTo>
                <a:cubicBezTo>
                  <a:pt x="57052" y="43820"/>
                  <a:pt x="44260" y="56612"/>
                  <a:pt x="28477" y="56612"/>
                </a:cubicBezTo>
                <a:cubicBezTo>
                  <a:pt x="12694" y="56612"/>
                  <a:pt x="-98" y="43820"/>
                  <a:pt x="-98" y="28037"/>
                </a:cubicBezTo>
                <a:cubicBezTo>
                  <a:pt x="-98" y="12254"/>
                  <a:pt x="12694" y="-538"/>
                  <a:pt x="28477" y="-538"/>
                </a:cubicBezTo>
                <a:cubicBezTo>
                  <a:pt x="44260" y="-538"/>
                  <a:pt x="57052" y="12254"/>
                  <a:pt x="57052" y="28037"/>
                </a:cubicBezTo>
                <a:close/>
              </a:path>
            </a:pathLst>
          </a:custGeom>
          <a:solidFill>
            <a:srgbClr val="001042"/>
          </a:solidFill>
          <a:ln w="9525" cap="flat">
            <a:solidFill>
              <a:srgbClr val="001042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 39">
            <a:extLst>
              <a:ext uri="{FF2B5EF4-FFF2-40B4-BE49-F238E27FC236}">
                <a16:creationId xmlns:a16="http://schemas.microsoft.com/office/drawing/2014/main" id="{37932B6E-2EFC-CC80-C543-6915BED3370F}"/>
              </a:ext>
            </a:extLst>
          </p:cNvPr>
          <p:cNvSpPr/>
          <p:nvPr/>
        </p:nvSpPr>
        <p:spPr>
          <a:xfrm>
            <a:off x="10205216" y="4842219"/>
            <a:ext cx="57150" cy="57150"/>
          </a:xfrm>
          <a:custGeom>
            <a:avLst/>
            <a:gdLst>
              <a:gd name="connsiteX0" fmla="*/ 57052 w 57150"/>
              <a:gd name="connsiteY0" fmla="*/ 28037 h 57150"/>
              <a:gd name="connsiteX1" fmla="*/ 28477 w 57150"/>
              <a:gd name="connsiteY1" fmla="*/ 56612 h 57150"/>
              <a:gd name="connsiteX2" fmla="*/ -98 w 57150"/>
              <a:gd name="connsiteY2" fmla="*/ 28037 h 57150"/>
              <a:gd name="connsiteX3" fmla="*/ 28477 w 57150"/>
              <a:gd name="connsiteY3" fmla="*/ -538 h 57150"/>
              <a:gd name="connsiteX4" fmla="*/ 57052 w 57150"/>
              <a:gd name="connsiteY4" fmla="*/ 28037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50" h="57150">
                <a:moveTo>
                  <a:pt x="57052" y="28037"/>
                </a:moveTo>
                <a:cubicBezTo>
                  <a:pt x="57052" y="43820"/>
                  <a:pt x="44289" y="56612"/>
                  <a:pt x="28477" y="56612"/>
                </a:cubicBezTo>
                <a:cubicBezTo>
                  <a:pt x="12665" y="56612"/>
                  <a:pt x="-98" y="43820"/>
                  <a:pt x="-98" y="28037"/>
                </a:cubicBezTo>
                <a:cubicBezTo>
                  <a:pt x="-98" y="12254"/>
                  <a:pt x="12665" y="-538"/>
                  <a:pt x="28477" y="-538"/>
                </a:cubicBezTo>
                <a:cubicBezTo>
                  <a:pt x="44289" y="-538"/>
                  <a:pt x="57052" y="12254"/>
                  <a:pt x="57052" y="28037"/>
                </a:cubicBezTo>
                <a:close/>
              </a:path>
            </a:pathLst>
          </a:custGeom>
          <a:solidFill>
            <a:srgbClr val="001042"/>
          </a:solidFill>
          <a:ln w="9525" cap="flat">
            <a:solidFill>
              <a:srgbClr val="001042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TextBox 40">
            <a:extLst>
              <a:ext uri="{FF2B5EF4-FFF2-40B4-BE49-F238E27FC236}">
                <a16:creationId xmlns:a16="http://schemas.microsoft.com/office/drawing/2014/main" id="{3CA3AB27-B12A-9251-B35F-A7FD94AE27D1}"/>
              </a:ext>
            </a:extLst>
          </p:cNvPr>
          <p:cNvSpPr txBox="1"/>
          <p:nvPr/>
        </p:nvSpPr>
        <p:spPr>
          <a:xfrm>
            <a:off x="1076198" y="5348949"/>
            <a:ext cx="359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595959"/>
                </a:solidFill>
                <a:latin typeface="+mj-ea"/>
                <a:ea typeface="+mj-ea"/>
                <a:cs typeface="Calibri"/>
                <a:sym typeface="Calibri"/>
                <a:rtl val="0"/>
              </a:rPr>
              <a:t>0k</a:t>
            </a:r>
          </a:p>
        </p:txBody>
      </p:sp>
      <p:sp>
        <p:nvSpPr>
          <p:cNvPr id="59" name="TextBox 41">
            <a:extLst>
              <a:ext uri="{FF2B5EF4-FFF2-40B4-BE49-F238E27FC236}">
                <a16:creationId xmlns:a16="http://schemas.microsoft.com/office/drawing/2014/main" id="{15E35639-1FF6-58D4-7DA1-69841E0B26A2}"/>
              </a:ext>
            </a:extLst>
          </p:cNvPr>
          <p:cNvSpPr txBox="1"/>
          <p:nvPr/>
        </p:nvSpPr>
        <p:spPr>
          <a:xfrm>
            <a:off x="999179" y="4996524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595959"/>
                </a:solidFill>
                <a:latin typeface="+mj-ea"/>
                <a:ea typeface="+mj-ea"/>
                <a:cs typeface="Calibri"/>
                <a:sym typeface="Calibri"/>
                <a:rtl val="0"/>
              </a:rPr>
              <a:t>50k</a:t>
            </a:r>
          </a:p>
        </p:txBody>
      </p:sp>
      <p:sp>
        <p:nvSpPr>
          <p:cNvPr id="60" name="TextBox 42">
            <a:extLst>
              <a:ext uri="{FF2B5EF4-FFF2-40B4-BE49-F238E27FC236}">
                <a16:creationId xmlns:a16="http://schemas.microsoft.com/office/drawing/2014/main" id="{9DFF5B3B-A074-BF06-CAD8-128602A5AD73}"/>
              </a:ext>
            </a:extLst>
          </p:cNvPr>
          <p:cNvSpPr txBox="1"/>
          <p:nvPr/>
        </p:nvSpPr>
        <p:spPr>
          <a:xfrm>
            <a:off x="922151" y="4653624"/>
            <a:ext cx="505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 dirty="0">
                <a:ln/>
                <a:solidFill>
                  <a:srgbClr val="595959"/>
                </a:solidFill>
                <a:latin typeface="+mj-ea"/>
                <a:ea typeface="+mj-ea"/>
                <a:cs typeface="Calibri"/>
                <a:sym typeface="Calibri"/>
                <a:rtl val="0"/>
              </a:rPr>
              <a:t>100k</a:t>
            </a:r>
          </a:p>
        </p:txBody>
      </p:sp>
      <p:sp>
        <p:nvSpPr>
          <p:cNvPr id="61" name="TextBox 43">
            <a:extLst>
              <a:ext uri="{FF2B5EF4-FFF2-40B4-BE49-F238E27FC236}">
                <a16:creationId xmlns:a16="http://schemas.microsoft.com/office/drawing/2014/main" id="{75A5641A-DB81-2F0F-AE49-63A8E55EC328}"/>
              </a:ext>
            </a:extLst>
          </p:cNvPr>
          <p:cNvSpPr txBox="1"/>
          <p:nvPr/>
        </p:nvSpPr>
        <p:spPr>
          <a:xfrm>
            <a:off x="2184651" y="5548974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 dirty="0">
                <a:ln/>
                <a:solidFill>
                  <a:srgbClr val="595959"/>
                </a:solidFill>
                <a:latin typeface="+mj-ea"/>
                <a:ea typeface="+mj-ea"/>
                <a:cs typeface="Calibri"/>
                <a:sym typeface="Calibri"/>
                <a:rtl val="0"/>
              </a:rPr>
              <a:t>20XX</a:t>
            </a:r>
          </a:p>
        </p:txBody>
      </p:sp>
      <p:sp>
        <p:nvSpPr>
          <p:cNvPr id="62" name="TextBox 44">
            <a:extLst>
              <a:ext uri="{FF2B5EF4-FFF2-40B4-BE49-F238E27FC236}">
                <a16:creationId xmlns:a16="http://schemas.microsoft.com/office/drawing/2014/main" id="{A91D0B0F-5167-BF29-1466-96A096523120}"/>
              </a:ext>
            </a:extLst>
          </p:cNvPr>
          <p:cNvSpPr txBox="1"/>
          <p:nvPr/>
        </p:nvSpPr>
        <p:spPr>
          <a:xfrm>
            <a:off x="4135400" y="5548974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 dirty="0">
                <a:ln/>
                <a:solidFill>
                  <a:srgbClr val="595959"/>
                </a:solidFill>
                <a:latin typeface="+mj-ea"/>
                <a:ea typeface="+mj-ea"/>
                <a:cs typeface="Calibri"/>
                <a:sym typeface="Calibri"/>
                <a:rtl val="0"/>
              </a:rPr>
              <a:t>20XX</a:t>
            </a:r>
          </a:p>
        </p:txBody>
      </p:sp>
      <p:sp>
        <p:nvSpPr>
          <p:cNvPr id="63" name="TextBox 45">
            <a:extLst>
              <a:ext uri="{FF2B5EF4-FFF2-40B4-BE49-F238E27FC236}">
                <a16:creationId xmlns:a16="http://schemas.microsoft.com/office/drawing/2014/main" id="{CE4555F1-6E9D-366D-AA2B-2A3CA3BCE545}"/>
              </a:ext>
            </a:extLst>
          </p:cNvPr>
          <p:cNvSpPr txBox="1"/>
          <p:nvPr/>
        </p:nvSpPr>
        <p:spPr>
          <a:xfrm>
            <a:off x="6086148" y="5548974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 dirty="0">
                <a:ln/>
                <a:solidFill>
                  <a:srgbClr val="595959"/>
                </a:solidFill>
                <a:latin typeface="+mj-ea"/>
                <a:ea typeface="+mj-ea"/>
                <a:cs typeface="Calibri"/>
                <a:sym typeface="Calibri"/>
                <a:rtl val="0"/>
              </a:rPr>
              <a:t>20XX</a:t>
            </a:r>
          </a:p>
        </p:txBody>
      </p:sp>
      <p:sp>
        <p:nvSpPr>
          <p:cNvPr id="64" name="TextBox 46">
            <a:extLst>
              <a:ext uri="{FF2B5EF4-FFF2-40B4-BE49-F238E27FC236}">
                <a16:creationId xmlns:a16="http://schemas.microsoft.com/office/drawing/2014/main" id="{BC1EC00C-C4B2-7C2A-E384-11B35961C41D}"/>
              </a:ext>
            </a:extLst>
          </p:cNvPr>
          <p:cNvSpPr txBox="1"/>
          <p:nvPr/>
        </p:nvSpPr>
        <p:spPr>
          <a:xfrm>
            <a:off x="8036897" y="5548974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 dirty="0">
                <a:ln/>
                <a:solidFill>
                  <a:srgbClr val="595959"/>
                </a:solidFill>
                <a:latin typeface="+mj-ea"/>
                <a:ea typeface="+mj-ea"/>
                <a:cs typeface="Calibri"/>
                <a:sym typeface="Calibri"/>
                <a:rtl val="0"/>
              </a:rPr>
              <a:t>20XX</a:t>
            </a:r>
          </a:p>
        </p:txBody>
      </p:sp>
      <p:sp>
        <p:nvSpPr>
          <p:cNvPr id="65" name="TextBox 47">
            <a:extLst>
              <a:ext uri="{FF2B5EF4-FFF2-40B4-BE49-F238E27FC236}">
                <a16:creationId xmlns:a16="http://schemas.microsoft.com/office/drawing/2014/main" id="{4DAC1839-46C2-9372-9118-E18F1302463C}"/>
              </a:ext>
            </a:extLst>
          </p:cNvPr>
          <p:cNvSpPr txBox="1"/>
          <p:nvPr/>
        </p:nvSpPr>
        <p:spPr>
          <a:xfrm>
            <a:off x="9987665" y="5548974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 dirty="0">
                <a:ln/>
                <a:solidFill>
                  <a:srgbClr val="595959"/>
                </a:solidFill>
                <a:latin typeface="+mj-ea"/>
                <a:ea typeface="+mj-ea"/>
                <a:cs typeface="Calibri"/>
                <a:sym typeface="Calibri"/>
                <a:rtl val="0"/>
              </a:rPr>
              <a:t>20XX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8CC114-44ED-63F3-2AF0-3EF1A837F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261" y="1381538"/>
            <a:ext cx="2574235" cy="257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3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21910EFD-6643-0A4E-0FEE-0EBEF35B7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457" y="261257"/>
            <a:ext cx="6858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AD3AEC2-0926-BEC4-64E3-D3DFFB391A17}"/>
              </a:ext>
            </a:extLst>
          </p:cNvPr>
          <p:cNvSpPr txBox="1"/>
          <p:nvPr/>
        </p:nvSpPr>
        <p:spPr>
          <a:xfrm>
            <a:off x="2065779" y="213722"/>
            <a:ext cx="401117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2000" dirty="0">
                <a:solidFill>
                  <a:schemeClr val="accent1"/>
                </a:solidFill>
                <a:latin typeface="+mj-lt"/>
                <a:ea typeface="OPPOSans B" pitchFamily="18" charset="-122"/>
                <a:cs typeface="OPPOSans B" pitchFamily="18" charset="-122"/>
              </a:rPr>
              <a:t>Car Infographic</a:t>
            </a:r>
            <a:endParaRPr kumimoji="1" lang="zh-CN" altLang="en-US" sz="2000" dirty="0">
              <a:solidFill>
                <a:schemeClr val="accent1"/>
              </a:solidFill>
              <a:latin typeface="+mj-lt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840AC1-E7FC-21FB-C859-DBFA19B44320}"/>
              </a:ext>
            </a:extLst>
          </p:cNvPr>
          <p:cNvSpPr txBox="1"/>
          <p:nvPr/>
        </p:nvSpPr>
        <p:spPr>
          <a:xfrm>
            <a:off x="11482500" y="286660"/>
            <a:ext cx="3735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>
                <a:latin typeface="OPPOSans R" pitchFamily="18" charset="-122"/>
                <a:ea typeface="OPPOSans R" pitchFamily="18" charset="-122"/>
                <a:cs typeface="OPPOSans R" pitchFamily="18" charset="-122"/>
              </a:defRPr>
            </a:lvl1pPr>
          </a:lstStyle>
          <a:p>
            <a:pPr algn="r"/>
            <a:r>
              <a:rPr lang="en-US" altLang="zh-CN" sz="1200" dirty="0" err="1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  <a:cs typeface="OPPOSans H" pitchFamily="18" charset="-122"/>
              </a:rPr>
              <a:t>AiPPT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  <a:latin typeface="+mj-ea"/>
              <a:ea typeface="+mj-ea"/>
              <a:cs typeface="OPPOSans H" pitchFamily="18" charset="-122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6B81A252-BF81-591A-D4BC-FE9A5D6AF79D}"/>
              </a:ext>
            </a:extLst>
          </p:cNvPr>
          <p:cNvCxnSpPr>
            <a:cxnSpLocks/>
          </p:cNvCxnSpPr>
          <p:nvPr/>
        </p:nvCxnSpPr>
        <p:spPr>
          <a:xfrm>
            <a:off x="336000" y="724727"/>
            <a:ext cx="115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1A9C5DAF-DE3C-B96C-6DA6-4C56344FD949}"/>
              </a:ext>
            </a:extLst>
          </p:cNvPr>
          <p:cNvSpPr/>
          <p:nvPr/>
        </p:nvSpPr>
        <p:spPr>
          <a:xfrm>
            <a:off x="340663" y="169610"/>
            <a:ext cx="1512000" cy="396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317500" dist="152400" dir="5400000" sx="90000" sy="9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OPPOSans R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5A10C5-EFD7-0173-42EA-0837ED74B660}"/>
              </a:ext>
            </a:extLst>
          </p:cNvPr>
          <p:cNvSpPr txBox="1"/>
          <p:nvPr/>
        </p:nvSpPr>
        <p:spPr>
          <a:xfrm>
            <a:off x="541666" y="298324"/>
            <a:ext cx="1109995" cy="138572"/>
          </a:xfrm>
          <a:custGeom>
            <a:avLst/>
            <a:gdLst>
              <a:gd name="connsiteX0" fmla="*/ 568487 w 1507141"/>
              <a:gd name="connsiteY0" fmla="*/ 37280 h 188151"/>
              <a:gd name="connsiteX1" fmla="*/ 560658 w 1507141"/>
              <a:gd name="connsiteY1" fmla="*/ 44876 h 188151"/>
              <a:gd name="connsiteX2" fmla="*/ 560658 w 1507141"/>
              <a:gd name="connsiteY2" fmla="*/ 44993 h 188151"/>
              <a:gd name="connsiteX3" fmla="*/ 560658 w 1507141"/>
              <a:gd name="connsiteY3" fmla="*/ 83208 h 188151"/>
              <a:gd name="connsiteX4" fmla="*/ 568370 w 1507141"/>
              <a:gd name="connsiteY4" fmla="*/ 90922 h 188151"/>
              <a:gd name="connsiteX5" fmla="*/ 568487 w 1507141"/>
              <a:gd name="connsiteY5" fmla="*/ 90920 h 188151"/>
              <a:gd name="connsiteX6" fmla="*/ 616284 w 1507141"/>
              <a:gd name="connsiteY6" fmla="*/ 90920 h 188151"/>
              <a:gd name="connsiteX7" fmla="*/ 644098 w 1507141"/>
              <a:gd name="connsiteY7" fmla="*/ 64977 h 188151"/>
              <a:gd name="connsiteX8" fmla="*/ 618289 w 1507141"/>
              <a:gd name="connsiteY8" fmla="*/ 37296 h 188151"/>
              <a:gd name="connsiteX9" fmla="*/ 617219 w 1507141"/>
              <a:gd name="connsiteY9" fmla="*/ 37280 h 188151"/>
              <a:gd name="connsiteX10" fmla="*/ 1415753 w 1507141"/>
              <a:gd name="connsiteY10" fmla="*/ 36113 h 188151"/>
              <a:gd name="connsiteX11" fmla="*/ 1415753 w 1507141"/>
              <a:gd name="connsiteY11" fmla="*/ 36230 h 188151"/>
              <a:gd name="connsiteX12" fmla="*/ 1355218 w 1507141"/>
              <a:gd name="connsiteY12" fmla="*/ 96530 h 188151"/>
              <a:gd name="connsiteX13" fmla="*/ 1415519 w 1507141"/>
              <a:gd name="connsiteY13" fmla="*/ 157065 h 188151"/>
              <a:gd name="connsiteX14" fmla="*/ 1476055 w 1507141"/>
              <a:gd name="connsiteY14" fmla="*/ 96763 h 188151"/>
              <a:gd name="connsiteX15" fmla="*/ 1476055 w 1507141"/>
              <a:gd name="connsiteY15" fmla="*/ 96646 h 188151"/>
              <a:gd name="connsiteX16" fmla="*/ 1415753 w 1507141"/>
              <a:gd name="connsiteY16" fmla="*/ 36113 h 188151"/>
              <a:gd name="connsiteX17" fmla="*/ 1026131 w 1507141"/>
              <a:gd name="connsiteY17" fmla="*/ 33069 h 188151"/>
              <a:gd name="connsiteX18" fmla="*/ 1025426 w 1507141"/>
              <a:gd name="connsiteY18" fmla="*/ 33074 h 188151"/>
              <a:gd name="connsiteX19" fmla="*/ 965594 w 1507141"/>
              <a:gd name="connsiteY19" fmla="*/ 94074 h 188151"/>
              <a:gd name="connsiteX20" fmla="*/ 1026596 w 1507141"/>
              <a:gd name="connsiteY20" fmla="*/ 153905 h 188151"/>
              <a:gd name="connsiteX21" fmla="*/ 1086429 w 1507141"/>
              <a:gd name="connsiteY21" fmla="*/ 93376 h 188151"/>
              <a:gd name="connsiteX22" fmla="*/ 1026131 w 1507141"/>
              <a:gd name="connsiteY22" fmla="*/ 33069 h 188151"/>
              <a:gd name="connsiteX23" fmla="*/ 246174 w 1507141"/>
              <a:gd name="connsiteY23" fmla="*/ 32839 h 188151"/>
              <a:gd name="connsiteX24" fmla="*/ 246174 w 1507141"/>
              <a:gd name="connsiteY24" fmla="*/ 33307 h 188151"/>
              <a:gd name="connsiteX25" fmla="*/ 185404 w 1507141"/>
              <a:gd name="connsiteY25" fmla="*/ 93842 h 188151"/>
              <a:gd name="connsiteX26" fmla="*/ 245940 w 1507141"/>
              <a:gd name="connsiteY26" fmla="*/ 154611 h 188151"/>
              <a:gd name="connsiteX27" fmla="*/ 306709 w 1507141"/>
              <a:gd name="connsiteY27" fmla="*/ 94074 h 188151"/>
              <a:gd name="connsiteX28" fmla="*/ 306709 w 1507141"/>
              <a:gd name="connsiteY28" fmla="*/ 93842 h 188151"/>
              <a:gd name="connsiteX29" fmla="*/ 246409 w 1507141"/>
              <a:gd name="connsiteY29" fmla="*/ 32839 h 188151"/>
              <a:gd name="connsiteX30" fmla="*/ 246174 w 1507141"/>
              <a:gd name="connsiteY30" fmla="*/ 32839 h 188151"/>
              <a:gd name="connsiteX31" fmla="*/ 537167 w 1507141"/>
              <a:gd name="connsiteY31" fmla="*/ 5610 h 188151"/>
              <a:gd name="connsiteX32" fmla="*/ 615933 w 1507141"/>
              <a:gd name="connsiteY32" fmla="*/ 5610 h 188151"/>
              <a:gd name="connsiteX33" fmla="*/ 657538 w 1507141"/>
              <a:gd name="connsiteY33" fmla="*/ 21971 h 188151"/>
              <a:gd name="connsiteX34" fmla="*/ 676002 w 1507141"/>
              <a:gd name="connsiteY34" fmla="*/ 62056 h 188151"/>
              <a:gd name="connsiteX35" fmla="*/ 648305 w 1507141"/>
              <a:gd name="connsiteY35" fmla="*/ 114059 h 188151"/>
              <a:gd name="connsiteX36" fmla="*/ 645501 w 1507141"/>
              <a:gd name="connsiteY36" fmla="*/ 123759 h 188151"/>
              <a:gd name="connsiteX37" fmla="*/ 668172 w 1507141"/>
              <a:gd name="connsiteY37" fmla="*/ 171323 h 188151"/>
              <a:gd name="connsiteX38" fmla="*/ 665552 w 1507141"/>
              <a:gd name="connsiteY38" fmla="*/ 181912 h 188151"/>
              <a:gd name="connsiteX39" fmla="*/ 661159 w 1507141"/>
              <a:gd name="connsiteY39" fmla="*/ 183010 h 188151"/>
              <a:gd name="connsiteX40" fmla="*/ 644448 w 1507141"/>
              <a:gd name="connsiteY40" fmla="*/ 181957 h 188151"/>
              <a:gd name="connsiteX41" fmla="*/ 637553 w 1507141"/>
              <a:gd name="connsiteY41" fmla="*/ 177517 h 188151"/>
              <a:gd name="connsiteX42" fmla="*/ 613362 w 1507141"/>
              <a:gd name="connsiteY42" fmla="*/ 126914 h 188151"/>
              <a:gd name="connsiteX43" fmla="*/ 606469 w 1507141"/>
              <a:gd name="connsiteY43" fmla="*/ 122591 h 188151"/>
              <a:gd name="connsiteX44" fmla="*/ 568487 w 1507141"/>
              <a:gd name="connsiteY44" fmla="*/ 122591 h 188151"/>
              <a:gd name="connsiteX45" fmla="*/ 560658 w 1507141"/>
              <a:gd name="connsiteY45" fmla="*/ 130187 h 188151"/>
              <a:gd name="connsiteX46" fmla="*/ 560658 w 1507141"/>
              <a:gd name="connsiteY46" fmla="*/ 130303 h 188151"/>
              <a:gd name="connsiteX47" fmla="*/ 560658 w 1507141"/>
              <a:gd name="connsiteY47" fmla="*/ 174128 h 188151"/>
              <a:gd name="connsiteX48" fmla="*/ 553062 w 1507141"/>
              <a:gd name="connsiteY48" fmla="*/ 181957 h 188151"/>
              <a:gd name="connsiteX49" fmla="*/ 552944 w 1507141"/>
              <a:gd name="connsiteY49" fmla="*/ 181957 h 188151"/>
              <a:gd name="connsiteX50" fmla="*/ 537167 w 1507141"/>
              <a:gd name="connsiteY50" fmla="*/ 181957 h 188151"/>
              <a:gd name="connsiteX51" fmla="*/ 529455 w 1507141"/>
              <a:gd name="connsiteY51" fmla="*/ 174128 h 188151"/>
              <a:gd name="connsiteX52" fmla="*/ 529455 w 1507141"/>
              <a:gd name="connsiteY52" fmla="*/ 13324 h 188151"/>
              <a:gd name="connsiteX53" fmla="*/ 537167 w 1507141"/>
              <a:gd name="connsiteY53" fmla="*/ 5610 h 188151"/>
              <a:gd name="connsiteX54" fmla="*/ 359883 w 1507141"/>
              <a:gd name="connsiteY54" fmla="*/ 5610 h 188151"/>
              <a:gd name="connsiteX55" fmla="*/ 376011 w 1507141"/>
              <a:gd name="connsiteY55" fmla="*/ 5610 h 188151"/>
              <a:gd name="connsiteX56" fmla="*/ 383725 w 1507141"/>
              <a:gd name="connsiteY56" fmla="*/ 13324 h 188151"/>
              <a:gd name="connsiteX57" fmla="*/ 383725 w 1507141"/>
              <a:gd name="connsiteY57" fmla="*/ 100504 h 188151"/>
              <a:gd name="connsiteX58" fmla="*/ 430583 w 1507141"/>
              <a:gd name="connsiteY58" fmla="*/ 152162 h 188151"/>
              <a:gd name="connsiteX59" fmla="*/ 482240 w 1507141"/>
              <a:gd name="connsiteY59" fmla="*/ 105303 h 188151"/>
              <a:gd name="connsiteX60" fmla="*/ 482240 w 1507141"/>
              <a:gd name="connsiteY60" fmla="*/ 100504 h 188151"/>
              <a:gd name="connsiteX61" fmla="*/ 482240 w 1507141"/>
              <a:gd name="connsiteY61" fmla="*/ 13324 h 188151"/>
              <a:gd name="connsiteX62" fmla="*/ 489954 w 1507141"/>
              <a:gd name="connsiteY62" fmla="*/ 5610 h 188151"/>
              <a:gd name="connsiteX63" fmla="*/ 506080 w 1507141"/>
              <a:gd name="connsiteY63" fmla="*/ 5610 h 188151"/>
              <a:gd name="connsiteX64" fmla="*/ 513795 w 1507141"/>
              <a:gd name="connsiteY64" fmla="*/ 13324 h 188151"/>
              <a:gd name="connsiteX65" fmla="*/ 513795 w 1507141"/>
              <a:gd name="connsiteY65" fmla="*/ 101088 h 188151"/>
              <a:gd name="connsiteX66" fmla="*/ 433157 w 1507141"/>
              <a:gd name="connsiteY66" fmla="*/ 181957 h 188151"/>
              <a:gd name="connsiteX67" fmla="*/ 433040 w 1507141"/>
              <a:gd name="connsiteY67" fmla="*/ 181957 h 188151"/>
              <a:gd name="connsiteX68" fmla="*/ 352171 w 1507141"/>
              <a:gd name="connsiteY68" fmla="*/ 101088 h 188151"/>
              <a:gd name="connsiteX69" fmla="*/ 352171 w 1507141"/>
              <a:gd name="connsiteY69" fmla="*/ 13324 h 188151"/>
              <a:gd name="connsiteX70" fmla="*/ 359883 w 1507141"/>
              <a:gd name="connsiteY70" fmla="*/ 5610 h 188151"/>
              <a:gd name="connsiteX71" fmla="*/ 141114 w 1507141"/>
              <a:gd name="connsiteY71" fmla="*/ 5610 h 188151"/>
              <a:gd name="connsiteX72" fmla="*/ 156306 w 1507141"/>
              <a:gd name="connsiteY72" fmla="*/ 5610 h 188151"/>
              <a:gd name="connsiteX73" fmla="*/ 163598 w 1507141"/>
              <a:gd name="connsiteY73" fmla="*/ 13722 h 188151"/>
              <a:gd name="connsiteX74" fmla="*/ 162500 w 1507141"/>
              <a:gd name="connsiteY74" fmla="*/ 17296 h 188151"/>
              <a:gd name="connsiteX75" fmla="*/ 99626 w 1507141"/>
              <a:gd name="connsiteY75" fmla="*/ 104244 h 188151"/>
              <a:gd name="connsiteX76" fmla="*/ 97523 w 1507141"/>
              <a:gd name="connsiteY76" fmla="*/ 110903 h 188151"/>
              <a:gd name="connsiteX77" fmla="*/ 97523 w 1507141"/>
              <a:gd name="connsiteY77" fmla="*/ 174245 h 188151"/>
              <a:gd name="connsiteX78" fmla="*/ 89810 w 1507141"/>
              <a:gd name="connsiteY78" fmla="*/ 181957 h 188151"/>
              <a:gd name="connsiteX79" fmla="*/ 73566 w 1507141"/>
              <a:gd name="connsiteY79" fmla="*/ 181957 h 188151"/>
              <a:gd name="connsiteX80" fmla="*/ 65853 w 1507141"/>
              <a:gd name="connsiteY80" fmla="*/ 174245 h 188151"/>
              <a:gd name="connsiteX81" fmla="*/ 65853 w 1507141"/>
              <a:gd name="connsiteY81" fmla="*/ 110903 h 188151"/>
              <a:gd name="connsiteX82" fmla="*/ 63749 w 1507141"/>
              <a:gd name="connsiteY82" fmla="*/ 104244 h 188151"/>
              <a:gd name="connsiteX83" fmla="*/ 1110 w 1507141"/>
              <a:gd name="connsiteY83" fmla="*/ 17880 h 188151"/>
              <a:gd name="connsiteX84" fmla="*/ 3730 w 1507141"/>
              <a:gd name="connsiteY84" fmla="*/ 7292 h 188151"/>
              <a:gd name="connsiteX85" fmla="*/ 7304 w 1507141"/>
              <a:gd name="connsiteY85" fmla="*/ 6194 h 188151"/>
              <a:gd name="connsiteX86" fmla="*/ 22964 w 1507141"/>
              <a:gd name="connsiteY86" fmla="*/ 6194 h 188151"/>
              <a:gd name="connsiteX87" fmla="*/ 28807 w 1507141"/>
              <a:gd name="connsiteY87" fmla="*/ 8882 h 188151"/>
              <a:gd name="connsiteX88" fmla="*/ 75552 w 1507141"/>
              <a:gd name="connsiteY88" fmla="*/ 74910 h 188151"/>
              <a:gd name="connsiteX89" fmla="*/ 81863 w 1507141"/>
              <a:gd name="connsiteY89" fmla="*/ 78065 h 188151"/>
              <a:gd name="connsiteX90" fmla="*/ 88057 w 1507141"/>
              <a:gd name="connsiteY90" fmla="*/ 74910 h 188151"/>
              <a:gd name="connsiteX91" fmla="*/ 134803 w 1507141"/>
              <a:gd name="connsiteY91" fmla="*/ 8882 h 188151"/>
              <a:gd name="connsiteX92" fmla="*/ 141114 w 1507141"/>
              <a:gd name="connsiteY92" fmla="*/ 5610 h 188151"/>
              <a:gd name="connsiteX93" fmla="*/ 1415286 w 1507141"/>
              <a:gd name="connsiteY93" fmla="*/ 4910 h 188151"/>
              <a:gd name="connsiteX94" fmla="*/ 1507141 w 1507141"/>
              <a:gd name="connsiteY94" fmla="*/ 96297 h 188151"/>
              <a:gd name="connsiteX95" fmla="*/ 1507141 w 1507141"/>
              <a:gd name="connsiteY95" fmla="*/ 96530 h 188151"/>
              <a:gd name="connsiteX96" fmla="*/ 1415753 w 1507141"/>
              <a:gd name="connsiteY96" fmla="*/ 188151 h 188151"/>
              <a:gd name="connsiteX97" fmla="*/ 1323898 w 1507141"/>
              <a:gd name="connsiteY97" fmla="*/ 96765 h 188151"/>
              <a:gd name="connsiteX98" fmla="*/ 1415286 w 1507141"/>
              <a:gd name="connsiteY98" fmla="*/ 4910 h 188151"/>
              <a:gd name="connsiteX99" fmla="*/ 792047 w 1507141"/>
              <a:gd name="connsiteY99" fmla="*/ 4091 h 188151"/>
              <a:gd name="connsiteX100" fmla="*/ 808875 w 1507141"/>
              <a:gd name="connsiteY100" fmla="*/ 4091 h 188151"/>
              <a:gd name="connsiteX101" fmla="*/ 816589 w 1507141"/>
              <a:gd name="connsiteY101" fmla="*/ 11805 h 188151"/>
              <a:gd name="connsiteX102" fmla="*/ 816589 w 1507141"/>
              <a:gd name="connsiteY102" fmla="*/ 144443 h 188151"/>
              <a:gd name="connsiteX103" fmla="*/ 824301 w 1507141"/>
              <a:gd name="connsiteY103" fmla="*/ 152157 h 188151"/>
              <a:gd name="connsiteX104" fmla="*/ 919780 w 1507141"/>
              <a:gd name="connsiteY104" fmla="*/ 152157 h 188151"/>
              <a:gd name="connsiteX105" fmla="*/ 927494 w 1507141"/>
              <a:gd name="connsiteY105" fmla="*/ 159870 h 188151"/>
              <a:gd name="connsiteX106" fmla="*/ 927494 w 1507141"/>
              <a:gd name="connsiteY106" fmla="*/ 175413 h 188151"/>
              <a:gd name="connsiteX107" fmla="*/ 920015 w 1507141"/>
              <a:gd name="connsiteY107" fmla="*/ 183125 h 188151"/>
              <a:gd name="connsiteX108" fmla="*/ 919780 w 1507141"/>
              <a:gd name="connsiteY108" fmla="*/ 183125 h 188151"/>
              <a:gd name="connsiteX109" fmla="*/ 792047 w 1507141"/>
              <a:gd name="connsiteY109" fmla="*/ 183125 h 188151"/>
              <a:gd name="connsiteX110" fmla="*/ 784335 w 1507141"/>
              <a:gd name="connsiteY110" fmla="*/ 175648 h 188151"/>
              <a:gd name="connsiteX111" fmla="*/ 784335 w 1507141"/>
              <a:gd name="connsiteY111" fmla="*/ 175413 h 188151"/>
              <a:gd name="connsiteX112" fmla="*/ 784335 w 1507141"/>
              <a:gd name="connsiteY112" fmla="*/ 11805 h 188151"/>
              <a:gd name="connsiteX113" fmla="*/ 792047 w 1507141"/>
              <a:gd name="connsiteY113" fmla="*/ 4091 h 188151"/>
              <a:gd name="connsiteX114" fmla="*/ 1025426 w 1507141"/>
              <a:gd name="connsiteY114" fmla="*/ 1754 h 188151"/>
              <a:gd name="connsiteX115" fmla="*/ 1117048 w 1507141"/>
              <a:gd name="connsiteY115" fmla="*/ 93376 h 188151"/>
              <a:gd name="connsiteX116" fmla="*/ 1025426 w 1507141"/>
              <a:gd name="connsiteY116" fmla="*/ 184996 h 188151"/>
              <a:gd name="connsiteX117" fmla="*/ 933805 w 1507141"/>
              <a:gd name="connsiteY117" fmla="*/ 93376 h 188151"/>
              <a:gd name="connsiteX118" fmla="*/ 1025426 w 1507141"/>
              <a:gd name="connsiteY118" fmla="*/ 1754 h 188151"/>
              <a:gd name="connsiteX119" fmla="*/ 247109 w 1507141"/>
              <a:gd name="connsiteY119" fmla="*/ 1522 h 188151"/>
              <a:gd name="connsiteX120" fmla="*/ 338497 w 1507141"/>
              <a:gd name="connsiteY120" fmla="*/ 93374 h 188151"/>
              <a:gd name="connsiteX121" fmla="*/ 246643 w 1507141"/>
              <a:gd name="connsiteY121" fmla="*/ 185230 h 188151"/>
              <a:gd name="connsiteX122" fmla="*/ 246174 w 1507141"/>
              <a:gd name="connsiteY122" fmla="*/ 185228 h 188151"/>
              <a:gd name="connsiteX123" fmla="*/ 154788 w 1507141"/>
              <a:gd name="connsiteY123" fmla="*/ 92908 h 188151"/>
              <a:gd name="connsiteX124" fmla="*/ 247109 w 1507141"/>
              <a:gd name="connsiteY124" fmla="*/ 1522 h 188151"/>
              <a:gd name="connsiteX125" fmla="*/ 1224681 w 1507141"/>
              <a:gd name="connsiteY125" fmla="*/ 1 h 188151"/>
              <a:gd name="connsiteX126" fmla="*/ 1253557 w 1507141"/>
              <a:gd name="connsiteY126" fmla="*/ 4696 h 188151"/>
              <a:gd name="connsiteX127" fmla="*/ 1279492 w 1507141"/>
              <a:gd name="connsiteY127" fmla="*/ 18231 h 188151"/>
              <a:gd name="connsiteX128" fmla="*/ 1292462 w 1507141"/>
              <a:gd name="connsiteY128" fmla="*/ 29917 h 188151"/>
              <a:gd name="connsiteX129" fmla="*/ 1292700 w 1507141"/>
              <a:gd name="connsiteY129" fmla="*/ 30251 h 188151"/>
              <a:gd name="connsiteX130" fmla="*/ 1290593 w 1507141"/>
              <a:gd name="connsiteY130" fmla="*/ 40787 h 188151"/>
              <a:gd name="connsiteX131" fmla="*/ 1277504 w 1507141"/>
              <a:gd name="connsiteY131" fmla="*/ 49902 h 188151"/>
              <a:gd name="connsiteX132" fmla="*/ 1267687 w 1507141"/>
              <a:gd name="connsiteY132" fmla="*/ 49083 h 188151"/>
              <a:gd name="connsiteX133" fmla="*/ 1264182 w 1507141"/>
              <a:gd name="connsiteY133" fmla="*/ 45811 h 188151"/>
              <a:gd name="connsiteX134" fmla="*/ 1263481 w 1507141"/>
              <a:gd name="connsiteY134" fmla="*/ 45110 h 188151"/>
              <a:gd name="connsiteX135" fmla="*/ 1224914 w 1507141"/>
              <a:gd name="connsiteY135" fmla="*/ 31204 h 188151"/>
              <a:gd name="connsiteX136" fmla="*/ 1222344 w 1507141"/>
              <a:gd name="connsiteY136" fmla="*/ 31204 h 188151"/>
              <a:gd name="connsiteX137" fmla="*/ 1218138 w 1507141"/>
              <a:gd name="connsiteY137" fmla="*/ 31204 h 188151"/>
              <a:gd name="connsiteX138" fmla="*/ 1207385 w 1507141"/>
              <a:gd name="connsiteY138" fmla="*/ 33424 h 188151"/>
              <a:gd name="connsiteX139" fmla="*/ 1165686 w 1507141"/>
              <a:gd name="connsiteY139" fmla="*/ 78148 h 188151"/>
              <a:gd name="connsiteX140" fmla="*/ 1211476 w 1507141"/>
              <a:gd name="connsiteY140" fmla="*/ 150288 h 188151"/>
              <a:gd name="connsiteX141" fmla="*/ 1216384 w 1507141"/>
              <a:gd name="connsiteY141" fmla="*/ 151222 h 188151"/>
              <a:gd name="connsiteX142" fmla="*/ 1217904 w 1507141"/>
              <a:gd name="connsiteY142" fmla="*/ 151222 h 188151"/>
              <a:gd name="connsiteX143" fmla="*/ 1229590 w 1507141"/>
              <a:gd name="connsiteY143" fmla="*/ 151222 h 188151"/>
              <a:gd name="connsiteX144" fmla="*/ 1238588 w 1507141"/>
              <a:gd name="connsiteY144" fmla="*/ 149937 h 188151"/>
              <a:gd name="connsiteX145" fmla="*/ 1240224 w 1507141"/>
              <a:gd name="connsiteY145" fmla="*/ 149937 h 188151"/>
              <a:gd name="connsiteX146" fmla="*/ 1241861 w 1507141"/>
              <a:gd name="connsiteY146" fmla="*/ 149937 h 188151"/>
              <a:gd name="connsiteX147" fmla="*/ 1248756 w 1507141"/>
              <a:gd name="connsiteY147" fmla="*/ 147482 h 188151"/>
              <a:gd name="connsiteX148" fmla="*/ 1250158 w 1507141"/>
              <a:gd name="connsiteY148" fmla="*/ 147482 h 188151"/>
              <a:gd name="connsiteX149" fmla="*/ 1251444 w 1507141"/>
              <a:gd name="connsiteY149" fmla="*/ 146899 h 188151"/>
              <a:gd name="connsiteX150" fmla="*/ 1252845 w 1507141"/>
              <a:gd name="connsiteY150" fmla="*/ 146197 h 188151"/>
              <a:gd name="connsiteX151" fmla="*/ 1256001 w 1507141"/>
              <a:gd name="connsiteY151" fmla="*/ 144560 h 188151"/>
              <a:gd name="connsiteX152" fmla="*/ 1256936 w 1507141"/>
              <a:gd name="connsiteY152" fmla="*/ 144560 h 188151"/>
              <a:gd name="connsiteX153" fmla="*/ 1277621 w 1507141"/>
              <a:gd name="connsiteY153" fmla="*/ 118500 h 188151"/>
              <a:gd name="connsiteX154" fmla="*/ 1276453 w 1507141"/>
              <a:gd name="connsiteY154" fmla="*/ 112307 h 188151"/>
              <a:gd name="connsiteX155" fmla="*/ 1271427 w 1507141"/>
              <a:gd name="connsiteY155" fmla="*/ 110203 h 188151"/>
              <a:gd name="connsiteX156" fmla="*/ 1237653 w 1507141"/>
              <a:gd name="connsiteY156" fmla="*/ 110203 h 188151"/>
              <a:gd name="connsiteX157" fmla="*/ 1229941 w 1507141"/>
              <a:gd name="connsiteY157" fmla="*/ 102490 h 188151"/>
              <a:gd name="connsiteX158" fmla="*/ 1229941 w 1507141"/>
              <a:gd name="connsiteY158" fmla="*/ 86714 h 188151"/>
              <a:gd name="connsiteX159" fmla="*/ 1237653 w 1507141"/>
              <a:gd name="connsiteY159" fmla="*/ 79000 h 188151"/>
              <a:gd name="connsiteX160" fmla="*/ 1307772 w 1507141"/>
              <a:gd name="connsiteY160" fmla="*/ 79000 h 188151"/>
              <a:gd name="connsiteX161" fmla="*/ 1308473 w 1507141"/>
              <a:gd name="connsiteY161" fmla="*/ 79000 h 188151"/>
              <a:gd name="connsiteX162" fmla="*/ 1312606 w 1507141"/>
              <a:gd name="connsiteY162" fmla="*/ 80432 h 188151"/>
              <a:gd name="connsiteX163" fmla="*/ 1314316 w 1507141"/>
              <a:gd name="connsiteY163" fmla="*/ 91037 h 188151"/>
              <a:gd name="connsiteX164" fmla="*/ 1314316 w 1507141"/>
              <a:gd name="connsiteY164" fmla="*/ 98868 h 188151"/>
              <a:gd name="connsiteX165" fmla="*/ 1283581 w 1507141"/>
              <a:gd name="connsiteY165" fmla="*/ 167233 h 188151"/>
              <a:gd name="connsiteX166" fmla="*/ 1280659 w 1507141"/>
              <a:gd name="connsiteY166" fmla="*/ 169686 h 188151"/>
              <a:gd name="connsiteX167" fmla="*/ 1279141 w 1507141"/>
              <a:gd name="connsiteY167" fmla="*/ 170973 h 188151"/>
              <a:gd name="connsiteX168" fmla="*/ 1276219 w 1507141"/>
              <a:gd name="connsiteY168" fmla="*/ 173076 h 188151"/>
              <a:gd name="connsiteX169" fmla="*/ 1274699 w 1507141"/>
              <a:gd name="connsiteY169" fmla="*/ 174128 h 188151"/>
              <a:gd name="connsiteX170" fmla="*/ 1271778 w 1507141"/>
              <a:gd name="connsiteY170" fmla="*/ 175997 h 188151"/>
              <a:gd name="connsiteX171" fmla="*/ 1271193 w 1507141"/>
              <a:gd name="connsiteY171" fmla="*/ 175997 h 188151"/>
              <a:gd name="connsiteX172" fmla="*/ 1269675 w 1507141"/>
              <a:gd name="connsiteY172" fmla="*/ 176933 h 188151"/>
              <a:gd name="connsiteX173" fmla="*/ 1266636 w 1507141"/>
              <a:gd name="connsiteY173" fmla="*/ 178685 h 188151"/>
              <a:gd name="connsiteX174" fmla="*/ 1265935 w 1507141"/>
              <a:gd name="connsiteY174" fmla="*/ 178685 h 188151"/>
              <a:gd name="connsiteX175" fmla="*/ 1261027 w 1507141"/>
              <a:gd name="connsiteY175" fmla="*/ 181022 h 188151"/>
              <a:gd name="connsiteX176" fmla="*/ 1260208 w 1507141"/>
              <a:gd name="connsiteY176" fmla="*/ 181022 h 188151"/>
              <a:gd name="connsiteX177" fmla="*/ 1257053 w 1507141"/>
              <a:gd name="connsiteY177" fmla="*/ 182191 h 188151"/>
              <a:gd name="connsiteX178" fmla="*/ 1255533 w 1507141"/>
              <a:gd name="connsiteY178" fmla="*/ 182191 h 188151"/>
              <a:gd name="connsiteX179" fmla="*/ 1254599 w 1507141"/>
              <a:gd name="connsiteY179" fmla="*/ 182191 h 188151"/>
              <a:gd name="connsiteX180" fmla="*/ 1252029 w 1507141"/>
              <a:gd name="connsiteY180" fmla="*/ 183127 h 188151"/>
              <a:gd name="connsiteX181" fmla="*/ 1250976 w 1507141"/>
              <a:gd name="connsiteY181" fmla="*/ 183127 h 188151"/>
              <a:gd name="connsiteX182" fmla="*/ 1249456 w 1507141"/>
              <a:gd name="connsiteY182" fmla="*/ 183127 h 188151"/>
              <a:gd name="connsiteX183" fmla="*/ 1248405 w 1507141"/>
              <a:gd name="connsiteY183" fmla="*/ 183127 h 188151"/>
              <a:gd name="connsiteX184" fmla="*/ 1245952 w 1507141"/>
              <a:gd name="connsiteY184" fmla="*/ 183127 h 188151"/>
              <a:gd name="connsiteX185" fmla="*/ 1244782 w 1507141"/>
              <a:gd name="connsiteY185" fmla="*/ 183127 h 188151"/>
              <a:gd name="connsiteX186" fmla="*/ 1243379 w 1507141"/>
              <a:gd name="connsiteY186" fmla="*/ 183127 h 188151"/>
              <a:gd name="connsiteX187" fmla="*/ 1242095 w 1507141"/>
              <a:gd name="connsiteY187" fmla="*/ 183127 h 188151"/>
              <a:gd name="connsiteX188" fmla="*/ 1239758 w 1507141"/>
              <a:gd name="connsiteY188" fmla="*/ 183127 h 188151"/>
              <a:gd name="connsiteX189" fmla="*/ 1238471 w 1507141"/>
              <a:gd name="connsiteY189" fmla="*/ 183127 h 188151"/>
              <a:gd name="connsiteX190" fmla="*/ 1237068 w 1507141"/>
              <a:gd name="connsiteY190" fmla="*/ 183127 h 188151"/>
              <a:gd name="connsiteX191" fmla="*/ 1235550 w 1507141"/>
              <a:gd name="connsiteY191" fmla="*/ 183127 h 188151"/>
              <a:gd name="connsiteX192" fmla="*/ 1233447 w 1507141"/>
              <a:gd name="connsiteY192" fmla="*/ 183127 h 188151"/>
              <a:gd name="connsiteX193" fmla="*/ 1224682 w 1507141"/>
              <a:gd name="connsiteY193" fmla="*/ 183127 h 188151"/>
              <a:gd name="connsiteX194" fmla="*/ 1218138 w 1507141"/>
              <a:gd name="connsiteY194" fmla="*/ 183127 h 188151"/>
              <a:gd name="connsiteX195" fmla="*/ 1129846 w 1507141"/>
              <a:gd name="connsiteY195" fmla="*/ 88292 h 188151"/>
              <a:gd name="connsiteX196" fmla="*/ 1188784 w 1507141"/>
              <a:gd name="connsiteY196" fmla="*/ 5923 h 188151"/>
              <a:gd name="connsiteX197" fmla="*/ 1224681 w 1507141"/>
              <a:gd name="connsiteY197" fmla="*/ 0 h 188151"/>
              <a:gd name="connsiteX198" fmla="*/ 1224682 w 1507141"/>
              <a:gd name="connsiteY198" fmla="*/ 0 h 188151"/>
              <a:gd name="connsiteX199" fmla="*/ 1224681 w 1507141"/>
              <a:gd name="connsiteY199" fmla="*/ 1 h 18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1507141" h="188151">
                <a:moveTo>
                  <a:pt x="568487" y="37280"/>
                </a:moveTo>
                <a:cubicBezTo>
                  <a:pt x="564228" y="37216"/>
                  <a:pt x="560722" y="40616"/>
                  <a:pt x="560658" y="44876"/>
                </a:cubicBezTo>
                <a:cubicBezTo>
                  <a:pt x="560658" y="44915"/>
                  <a:pt x="560658" y="44954"/>
                  <a:pt x="560658" y="44993"/>
                </a:cubicBezTo>
                <a:lnTo>
                  <a:pt x="560658" y="83208"/>
                </a:lnTo>
                <a:cubicBezTo>
                  <a:pt x="560656" y="87467"/>
                  <a:pt x="564110" y="90920"/>
                  <a:pt x="568370" y="90922"/>
                </a:cubicBezTo>
                <a:cubicBezTo>
                  <a:pt x="568409" y="90922"/>
                  <a:pt x="568448" y="90920"/>
                  <a:pt x="568487" y="90920"/>
                </a:cubicBezTo>
                <a:lnTo>
                  <a:pt x="616284" y="90920"/>
                </a:lnTo>
                <a:cubicBezTo>
                  <a:pt x="630990" y="91071"/>
                  <a:pt x="643227" y="79656"/>
                  <a:pt x="644098" y="64977"/>
                </a:cubicBezTo>
                <a:cubicBezTo>
                  <a:pt x="644615" y="50205"/>
                  <a:pt x="633059" y="37813"/>
                  <a:pt x="618289" y="37296"/>
                </a:cubicBezTo>
                <a:cubicBezTo>
                  <a:pt x="617931" y="37284"/>
                  <a:pt x="617575" y="37279"/>
                  <a:pt x="617219" y="37280"/>
                </a:cubicBezTo>
                <a:close/>
                <a:moveTo>
                  <a:pt x="1415753" y="36113"/>
                </a:moveTo>
                <a:lnTo>
                  <a:pt x="1415753" y="36230"/>
                </a:lnTo>
                <a:cubicBezTo>
                  <a:pt x="1382385" y="36164"/>
                  <a:pt x="1355282" y="63162"/>
                  <a:pt x="1355218" y="96530"/>
                </a:cubicBezTo>
                <a:cubicBezTo>
                  <a:pt x="1355153" y="129898"/>
                  <a:pt x="1382151" y="157001"/>
                  <a:pt x="1415519" y="157065"/>
                </a:cubicBezTo>
                <a:cubicBezTo>
                  <a:pt x="1448888" y="157129"/>
                  <a:pt x="1475991" y="130132"/>
                  <a:pt x="1476055" y="96763"/>
                </a:cubicBezTo>
                <a:cubicBezTo>
                  <a:pt x="1476055" y="96725"/>
                  <a:pt x="1476055" y="96686"/>
                  <a:pt x="1476055" y="96646"/>
                </a:cubicBezTo>
                <a:cubicBezTo>
                  <a:pt x="1476055" y="63306"/>
                  <a:pt x="1449095" y="36242"/>
                  <a:pt x="1415753" y="36113"/>
                </a:cubicBezTo>
                <a:close/>
                <a:moveTo>
                  <a:pt x="1026131" y="33069"/>
                </a:moveTo>
                <a:cubicBezTo>
                  <a:pt x="1025896" y="33069"/>
                  <a:pt x="1025662" y="33071"/>
                  <a:pt x="1025426" y="33074"/>
                </a:cubicBezTo>
                <a:cubicBezTo>
                  <a:pt x="992059" y="33396"/>
                  <a:pt x="965272" y="60707"/>
                  <a:pt x="965594" y="94074"/>
                </a:cubicBezTo>
                <a:cubicBezTo>
                  <a:pt x="965918" y="127440"/>
                  <a:pt x="993229" y="154228"/>
                  <a:pt x="1026596" y="153905"/>
                </a:cubicBezTo>
                <a:cubicBezTo>
                  <a:pt x="1059778" y="153584"/>
                  <a:pt x="1086492" y="126560"/>
                  <a:pt x="1086429" y="93376"/>
                </a:cubicBezTo>
                <a:cubicBezTo>
                  <a:pt x="1086431" y="60071"/>
                  <a:pt x="1059436" y="33073"/>
                  <a:pt x="1026131" y="33069"/>
                </a:cubicBezTo>
                <a:close/>
                <a:moveTo>
                  <a:pt x="246174" y="32839"/>
                </a:moveTo>
                <a:lnTo>
                  <a:pt x="246174" y="33307"/>
                </a:lnTo>
                <a:cubicBezTo>
                  <a:pt x="212676" y="33242"/>
                  <a:pt x="185469" y="60344"/>
                  <a:pt x="185404" y="93842"/>
                </a:cubicBezTo>
                <a:cubicBezTo>
                  <a:pt x="185340" y="127340"/>
                  <a:pt x="212442" y="154545"/>
                  <a:pt x="245940" y="154611"/>
                </a:cubicBezTo>
                <a:cubicBezTo>
                  <a:pt x="279438" y="154675"/>
                  <a:pt x="306645" y="127572"/>
                  <a:pt x="306709" y="94074"/>
                </a:cubicBezTo>
                <a:cubicBezTo>
                  <a:pt x="306709" y="93998"/>
                  <a:pt x="306709" y="93920"/>
                  <a:pt x="306709" y="93842"/>
                </a:cubicBezTo>
                <a:cubicBezTo>
                  <a:pt x="306904" y="60344"/>
                  <a:pt x="279905" y="33034"/>
                  <a:pt x="246409" y="32839"/>
                </a:cubicBezTo>
                <a:cubicBezTo>
                  <a:pt x="246331" y="32839"/>
                  <a:pt x="246252" y="32839"/>
                  <a:pt x="246174" y="32839"/>
                </a:cubicBezTo>
                <a:close/>
                <a:moveTo>
                  <a:pt x="537167" y="5610"/>
                </a:moveTo>
                <a:lnTo>
                  <a:pt x="615933" y="5610"/>
                </a:lnTo>
                <a:cubicBezTo>
                  <a:pt x="631375" y="5591"/>
                  <a:pt x="646246" y="11439"/>
                  <a:pt x="657538" y="21971"/>
                </a:cubicBezTo>
                <a:cubicBezTo>
                  <a:pt x="668790" y="32336"/>
                  <a:pt x="675437" y="46767"/>
                  <a:pt x="676002" y="62056"/>
                </a:cubicBezTo>
                <a:cubicBezTo>
                  <a:pt x="676825" y="83117"/>
                  <a:pt x="666241" y="102990"/>
                  <a:pt x="648305" y="114059"/>
                </a:cubicBezTo>
                <a:cubicBezTo>
                  <a:pt x="644999" y="116079"/>
                  <a:pt x="643782" y="120288"/>
                  <a:pt x="645501" y="123759"/>
                </a:cubicBezTo>
                <a:lnTo>
                  <a:pt x="668172" y="171323"/>
                </a:lnTo>
                <a:cubicBezTo>
                  <a:pt x="670373" y="174970"/>
                  <a:pt x="669199" y="179710"/>
                  <a:pt x="665552" y="181912"/>
                </a:cubicBezTo>
                <a:cubicBezTo>
                  <a:pt x="664230" y="182708"/>
                  <a:pt x="662702" y="183091"/>
                  <a:pt x="661159" y="183010"/>
                </a:cubicBezTo>
                <a:lnTo>
                  <a:pt x="644448" y="181957"/>
                </a:lnTo>
                <a:cubicBezTo>
                  <a:pt x="641488" y="181923"/>
                  <a:pt x="638809" y="180197"/>
                  <a:pt x="637553" y="177517"/>
                </a:cubicBezTo>
                <a:lnTo>
                  <a:pt x="613362" y="126914"/>
                </a:lnTo>
                <a:cubicBezTo>
                  <a:pt x="612097" y="124260"/>
                  <a:pt x="609410" y="122576"/>
                  <a:pt x="606469" y="122591"/>
                </a:cubicBezTo>
                <a:lnTo>
                  <a:pt x="568487" y="122591"/>
                </a:lnTo>
                <a:cubicBezTo>
                  <a:pt x="564228" y="122525"/>
                  <a:pt x="560722" y="125926"/>
                  <a:pt x="560658" y="130187"/>
                </a:cubicBezTo>
                <a:cubicBezTo>
                  <a:pt x="560658" y="130225"/>
                  <a:pt x="560658" y="130265"/>
                  <a:pt x="560658" y="130303"/>
                </a:cubicBezTo>
                <a:lnTo>
                  <a:pt x="560658" y="174128"/>
                </a:lnTo>
                <a:cubicBezTo>
                  <a:pt x="560722" y="178387"/>
                  <a:pt x="557321" y="181891"/>
                  <a:pt x="553062" y="181957"/>
                </a:cubicBezTo>
                <a:cubicBezTo>
                  <a:pt x="553023" y="181957"/>
                  <a:pt x="552983" y="181957"/>
                  <a:pt x="552944" y="181957"/>
                </a:cubicBezTo>
                <a:lnTo>
                  <a:pt x="537167" y="181957"/>
                </a:lnTo>
                <a:cubicBezTo>
                  <a:pt x="532889" y="181893"/>
                  <a:pt x="529455" y="178407"/>
                  <a:pt x="529455" y="174128"/>
                </a:cubicBezTo>
                <a:lnTo>
                  <a:pt x="529455" y="13324"/>
                </a:lnTo>
                <a:cubicBezTo>
                  <a:pt x="529517" y="9089"/>
                  <a:pt x="532933" y="5672"/>
                  <a:pt x="537167" y="5610"/>
                </a:cubicBezTo>
                <a:close/>
                <a:moveTo>
                  <a:pt x="359883" y="5610"/>
                </a:moveTo>
                <a:lnTo>
                  <a:pt x="376011" y="5610"/>
                </a:lnTo>
                <a:cubicBezTo>
                  <a:pt x="380271" y="5610"/>
                  <a:pt x="383725" y="9063"/>
                  <a:pt x="383725" y="13324"/>
                </a:cubicBezTo>
                <a:lnTo>
                  <a:pt x="383725" y="100504"/>
                </a:lnTo>
                <a:cubicBezTo>
                  <a:pt x="382398" y="127707"/>
                  <a:pt x="403378" y="150835"/>
                  <a:pt x="430583" y="152162"/>
                </a:cubicBezTo>
                <a:cubicBezTo>
                  <a:pt x="457787" y="153488"/>
                  <a:pt x="480915" y="132508"/>
                  <a:pt x="482240" y="105303"/>
                </a:cubicBezTo>
                <a:cubicBezTo>
                  <a:pt x="482318" y="103705"/>
                  <a:pt x="482318" y="102103"/>
                  <a:pt x="482240" y="100504"/>
                </a:cubicBezTo>
                <a:lnTo>
                  <a:pt x="482240" y="13324"/>
                </a:lnTo>
                <a:cubicBezTo>
                  <a:pt x="482303" y="9089"/>
                  <a:pt x="485721" y="5672"/>
                  <a:pt x="489954" y="5610"/>
                </a:cubicBezTo>
                <a:lnTo>
                  <a:pt x="506080" y="5610"/>
                </a:lnTo>
                <a:cubicBezTo>
                  <a:pt x="510341" y="5610"/>
                  <a:pt x="513795" y="9063"/>
                  <a:pt x="513795" y="13324"/>
                </a:cubicBezTo>
                <a:lnTo>
                  <a:pt x="513795" y="101088"/>
                </a:lnTo>
                <a:cubicBezTo>
                  <a:pt x="513859" y="145686"/>
                  <a:pt x="477756" y="181893"/>
                  <a:pt x="433157" y="181957"/>
                </a:cubicBezTo>
                <a:cubicBezTo>
                  <a:pt x="433118" y="181957"/>
                  <a:pt x="433079" y="181957"/>
                  <a:pt x="433040" y="181957"/>
                </a:cubicBezTo>
                <a:cubicBezTo>
                  <a:pt x="388378" y="181957"/>
                  <a:pt x="352171" y="145752"/>
                  <a:pt x="352171" y="101088"/>
                </a:cubicBezTo>
                <a:lnTo>
                  <a:pt x="352171" y="13324"/>
                </a:lnTo>
                <a:cubicBezTo>
                  <a:pt x="352171" y="9063"/>
                  <a:pt x="355625" y="5610"/>
                  <a:pt x="359883" y="5610"/>
                </a:cubicBezTo>
                <a:close/>
                <a:moveTo>
                  <a:pt x="141114" y="5610"/>
                </a:moveTo>
                <a:lnTo>
                  <a:pt x="156306" y="5610"/>
                </a:lnTo>
                <a:cubicBezTo>
                  <a:pt x="160559" y="5837"/>
                  <a:pt x="163823" y="9468"/>
                  <a:pt x="163598" y="13722"/>
                </a:cubicBezTo>
                <a:cubicBezTo>
                  <a:pt x="163530" y="14986"/>
                  <a:pt x="163152" y="16213"/>
                  <a:pt x="162500" y="17296"/>
                </a:cubicBezTo>
                <a:lnTo>
                  <a:pt x="99626" y="104244"/>
                </a:lnTo>
                <a:cubicBezTo>
                  <a:pt x="98219" y="106175"/>
                  <a:pt x="97480" y="108514"/>
                  <a:pt x="97523" y="110903"/>
                </a:cubicBezTo>
                <a:lnTo>
                  <a:pt x="97523" y="174245"/>
                </a:lnTo>
                <a:cubicBezTo>
                  <a:pt x="97460" y="178478"/>
                  <a:pt x="94044" y="181895"/>
                  <a:pt x="89810" y="181957"/>
                </a:cubicBezTo>
                <a:lnTo>
                  <a:pt x="73566" y="181957"/>
                </a:lnTo>
                <a:cubicBezTo>
                  <a:pt x="69333" y="181895"/>
                  <a:pt x="65916" y="178478"/>
                  <a:pt x="65853" y="174245"/>
                </a:cubicBezTo>
                <a:lnTo>
                  <a:pt x="65853" y="110903"/>
                </a:lnTo>
                <a:cubicBezTo>
                  <a:pt x="65896" y="108514"/>
                  <a:pt x="65157" y="106175"/>
                  <a:pt x="63749" y="104244"/>
                </a:cubicBezTo>
                <a:lnTo>
                  <a:pt x="1110" y="17880"/>
                </a:lnTo>
                <a:cubicBezTo>
                  <a:pt x="-1091" y="14234"/>
                  <a:pt x="83" y="9492"/>
                  <a:pt x="3730" y="7292"/>
                </a:cubicBezTo>
                <a:cubicBezTo>
                  <a:pt x="4813" y="6638"/>
                  <a:pt x="6040" y="6262"/>
                  <a:pt x="7304" y="6194"/>
                </a:cubicBezTo>
                <a:lnTo>
                  <a:pt x="22964" y="6194"/>
                </a:lnTo>
                <a:cubicBezTo>
                  <a:pt x="25210" y="6196"/>
                  <a:pt x="27343" y="7177"/>
                  <a:pt x="28807" y="8882"/>
                </a:cubicBezTo>
                <a:lnTo>
                  <a:pt x="75552" y="74910"/>
                </a:lnTo>
                <a:cubicBezTo>
                  <a:pt x="77036" y="76904"/>
                  <a:pt x="79378" y="78075"/>
                  <a:pt x="81863" y="78065"/>
                </a:cubicBezTo>
                <a:cubicBezTo>
                  <a:pt x="84316" y="78075"/>
                  <a:pt x="86623" y="76901"/>
                  <a:pt x="88057" y="74910"/>
                </a:cubicBezTo>
                <a:lnTo>
                  <a:pt x="134803" y="8882"/>
                </a:lnTo>
                <a:cubicBezTo>
                  <a:pt x="136248" y="6830"/>
                  <a:pt x="138602" y="5608"/>
                  <a:pt x="141114" y="5610"/>
                </a:cubicBezTo>
                <a:close/>
                <a:moveTo>
                  <a:pt x="1415286" y="4910"/>
                </a:moveTo>
                <a:cubicBezTo>
                  <a:pt x="1465887" y="4781"/>
                  <a:pt x="1507012" y="45696"/>
                  <a:pt x="1507141" y="96297"/>
                </a:cubicBezTo>
                <a:cubicBezTo>
                  <a:pt x="1507141" y="96375"/>
                  <a:pt x="1507141" y="96453"/>
                  <a:pt x="1507141" y="96530"/>
                </a:cubicBezTo>
                <a:cubicBezTo>
                  <a:pt x="1507077" y="147014"/>
                  <a:pt x="1466236" y="187958"/>
                  <a:pt x="1415753" y="188151"/>
                </a:cubicBezTo>
                <a:cubicBezTo>
                  <a:pt x="1365152" y="188280"/>
                  <a:pt x="1324027" y="147365"/>
                  <a:pt x="1323898" y="96765"/>
                </a:cubicBezTo>
                <a:cubicBezTo>
                  <a:pt x="1323769" y="46164"/>
                  <a:pt x="1364684" y="5039"/>
                  <a:pt x="1415286" y="4910"/>
                </a:cubicBezTo>
                <a:close/>
                <a:moveTo>
                  <a:pt x="792047" y="4091"/>
                </a:moveTo>
                <a:lnTo>
                  <a:pt x="808875" y="4091"/>
                </a:lnTo>
                <a:cubicBezTo>
                  <a:pt x="813135" y="4091"/>
                  <a:pt x="816589" y="7545"/>
                  <a:pt x="816589" y="11805"/>
                </a:cubicBezTo>
                <a:lnTo>
                  <a:pt x="816589" y="144443"/>
                </a:lnTo>
                <a:cubicBezTo>
                  <a:pt x="816589" y="148704"/>
                  <a:pt x="820043" y="152157"/>
                  <a:pt x="824301" y="152157"/>
                </a:cubicBezTo>
                <a:lnTo>
                  <a:pt x="919780" y="152157"/>
                </a:lnTo>
                <a:cubicBezTo>
                  <a:pt x="924040" y="152157"/>
                  <a:pt x="927494" y="155611"/>
                  <a:pt x="927494" y="159870"/>
                </a:cubicBezTo>
                <a:lnTo>
                  <a:pt x="927494" y="175413"/>
                </a:lnTo>
                <a:cubicBezTo>
                  <a:pt x="927558" y="179607"/>
                  <a:pt x="924210" y="183060"/>
                  <a:pt x="920015" y="183125"/>
                </a:cubicBezTo>
                <a:cubicBezTo>
                  <a:pt x="919937" y="183127"/>
                  <a:pt x="919858" y="183127"/>
                  <a:pt x="919780" y="183125"/>
                </a:cubicBezTo>
                <a:lnTo>
                  <a:pt x="792047" y="183125"/>
                </a:lnTo>
                <a:cubicBezTo>
                  <a:pt x="787853" y="183191"/>
                  <a:pt x="784400" y="179842"/>
                  <a:pt x="784335" y="175648"/>
                </a:cubicBezTo>
                <a:cubicBezTo>
                  <a:pt x="784333" y="175570"/>
                  <a:pt x="784333" y="175491"/>
                  <a:pt x="784335" y="175413"/>
                </a:cubicBezTo>
                <a:lnTo>
                  <a:pt x="784335" y="11805"/>
                </a:lnTo>
                <a:cubicBezTo>
                  <a:pt x="784335" y="7545"/>
                  <a:pt x="787787" y="4091"/>
                  <a:pt x="792047" y="4091"/>
                </a:cubicBezTo>
                <a:close/>
                <a:moveTo>
                  <a:pt x="1025426" y="1754"/>
                </a:moveTo>
                <a:cubicBezTo>
                  <a:pt x="1076028" y="1754"/>
                  <a:pt x="1117048" y="42774"/>
                  <a:pt x="1117048" y="93376"/>
                </a:cubicBezTo>
                <a:cubicBezTo>
                  <a:pt x="1117048" y="143976"/>
                  <a:pt x="1076028" y="184996"/>
                  <a:pt x="1025426" y="184996"/>
                </a:cubicBezTo>
                <a:cubicBezTo>
                  <a:pt x="974825" y="184996"/>
                  <a:pt x="933805" y="143976"/>
                  <a:pt x="933805" y="93376"/>
                </a:cubicBezTo>
                <a:cubicBezTo>
                  <a:pt x="933805" y="42774"/>
                  <a:pt x="974825" y="1754"/>
                  <a:pt x="1025426" y="1754"/>
                </a:cubicBezTo>
                <a:close/>
                <a:moveTo>
                  <a:pt x="247109" y="1522"/>
                </a:moveTo>
                <a:cubicBezTo>
                  <a:pt x="297657" y="1780"/>
                  <a:pt x="338497" y="42827"/>
                  <a:pt x="338497" y="93374"/>
                </a:cubicBezTo>
                <a:cubicBezTo>
                  <a:pt x="338497" y="144105"/>
                  <a:pt x="297373" y="185230"/>
                  <a:pt x="246643" y="185230"/>
                </a:cubicBezTo>
                <a:cubicBezTo>
                  <a:pt x="246487" y="185230"/>
                  <a:pt x="246330" y="185230"/>
                  <a:pt x="246174" y="185228"/>
                </a:cubicBezTo>
                <a:cubicBezTo>
                  <a:pt x="195445" y="184970"/>
                  <a:pt x="154528" y="143637"/>
                  <a:pt x="154788" y="92908"/>
                </a:cubicBezTo>
                <a:cubicBezTo>
                  <a:pt x="155045" y="42178"/>
                  <a:pt x="196379" y="1263"/>
                  <a:pt x="247109" y="1522"/>
                </a:cubicBezTo>
                <a:close/>
                <a:moveTo>
                  <a:pt x="1224681" y="1"/>
                </a:moveTo>
                <a:lnTo>
                  <a:pt x="1253557" y="4696"/>
                </a:lnTo>
                <a:cubicBezTo>
                  <a:pt x="1262811" y="7774"/>
                  <a:pt x="1271575" y="12325"/>
                  <a:pt x="1279492" y="18231"/>
                </a:cubicBezTo>
                <a:cubicBezTo>
                  <a:pt x="1284164" y="21722"/>
                  <a:pt x="1288505" y="25633"/>
                  <a:pt x="1292462" y="29917"/>
                </a:cubicBezTo>
                <a:cubicBezTo>
                  <a:pt x="1292546" y="30027"/>
                  <a:pt x="1292623" y="30139"/>
                  <a:pt x="1292700" y="30251"/>
                </a:cubicBezTo>
                <a:cubicBezTo>
                  <a:pt x="1295026" y="33742"/>
                  <a:pt x="1294084" y="38458"/>
                  <a:pt x="1290593" y="40787"/>
                </a:cubicBezTo>
                <a:lnTo>
                  <a:pt x="1277504" y="49902"/>
                </a:lnTo>
                <a:cubicBezTo>
                  <a:pt x="1274489" y="52127"/>
                  <a:pt x="1270293" y="51776"/>
                  <a:pt x="1267687" y="49083"/>
                </a:cubicBezTo>
                <a:lnTo>
                  <a:pt x="1264182" y="45811"/>
                </a:lnTo>
                <a:lnTo>
                  <a:pt x="1263481" y="45110"/>
                </a:lnTo>
                <a:cubicBezTo>
                  <a:pt x="1252659" y="36087"/>
                  <a:pt x="1239005" y="31163"/>
                  <a:pt x="1224914" y="31204"/>
                </a:cubicBezTo>
                <a:lnTo>
                  <a:pt x="1222344" y="31204"/>
                </a:lnTo>
                <a:lnTo>
                  <a:pt x="1218138" y="31204"/>
                </a:lnTo>
                <a:cubicBezTo>
                  <a:pt x="1214489" y="31593"/>
                  <a:pt x="1210890" y="32337"/>
                  <a:pt x="1207385" y="33424"/>
                </a:cubicBezTo>
                <a:cubicBezTo>
                  <a:pt x="1186411" y="39678"/>
                  <a:pt x="1170459" y="56787"/>
                  <a:pt x="1165686" y="78148"/>
                </a:cubicBezTo>
                <a:cubicBezTo>
                  <a:pt x="1158409" y="110714"/>
                  <a:pt x="1178911" y="143011"/>
                  <a:pt x="1211476" y="150288"/>
                </a:cubicBezTo>
                <a:lnTo>
                  <a:pt x="1216384" y="151222"/>
                </a:lnTo>
                <a:lnTo>
                  <a:pt x="1217904" y="151222"/>
                </a:lnTo>
                <a:lnTo>
                  <a:pt x="1229590" y="151222"/>
                </a:lnTo>
                <a:cubicBezTo>
                  <a:pt x="1232617" y="151015"/>
                  <a:pt x="1235625" y="150585"/>
                  <a:pt x="1238588" y="149937"/>
                </a:cubicBezTo>
                <a:lnTo>
                  <a:pt x="1240224" y="149937"/>
                </a:lnTo>
                <a:lnTo>
                  <a:pt x="1241861" y="149937"/>
                </a:lnTo>
                <a:lnTo>
                  <a:pt x="1248756" y="147482"/>
                </a:lnTo>
                <a:lnTo>
                  <a:pt x="1250158" y="147482"/>
                </a:lnTo>
                <a:lnTo>
                  <a:pt x="1251444" y="146899"/>
                </a:lnTo>
                <a:lnTo>
                  <a:pt x="1252845" y="146197"/>
                </a:lnTo>
                <a:lnTo>
                  <a:pt x="1256001" y="144560"/>
                </a:lnTo>
                <a:lnTo>
                  <a:pt x="1256936" y="144560"/>
                </a:lnTo>
                <a:cubicBezTo>
                  <a:pt x="1265859" y="137697"/>
                  <a:pt x="1272961" y="128748"/>
                  <a:pt x="1277621" y="118500"/>
                </a:cubicBezTo>
                <a:cubicBezTo>
                  <a:pt x="1278365" y="116375"/>
                  <a:pt x="1277919" y="114015"/>
                  <a:pt x="1276453" y="112307"/>
                </a:cubicBezTo>
                <a:cubicBezTo>
                  <a:pt x="1275145" y="110934"/>
                  <a:pt x="1273323" y="110171"/>
                  <a:pt x="1271427" y="110203"/>
                </a:cubicBezTo>
                <a:lnTo>
                  <a:pt x="1237653" y="110203"/>
                </a:lnTo>
                <a:cubicBezTo>
                  <a:pt x="1233393" y="110203"/>
                  <a:pt x="1229941" y="106750"/>
                  <a:pt x="1229941" y="102490"/>
                </a:cubicBezTo>
                <a:lnTo>
                  <a:pt x="1229941" y="86714"/>
                </a:lnTo>
                <a:cubicBezTo>
                  <a:pt x="1229941" y="82454"/>
                  <a:pt x="1233393" y="79000"/>
                  <a:pt x="1237653" y="79000"/>
                </a:cubicBezTo>
                <a:lnTo>
                  <a:pt x="1307772" y="79000"/>
                </a:lnTo>
                <a:lnTo>
                  <a:pt x="1308473" y="79000"/>
                </a:lnTo>
                <a:cubicBezTo>
                  <a:pt x="1309961" y="79061"/>
                  <a:pt x="1311398" y="79560"/>
                  <a:pt x="1312606" y="80432"/>
                </a:cubicBezTo>
                <a:cubicBezTo>
                  <a:pt x="1316008" y="82888"/>
                  <a:pt x="1316774" y="87636"/>
                  <a:pt x="1314316" y="91037"/>
                </a:cubicBezTo>
                <a:lnTo>
                  <a:pt x="1314316" y="98868"/>
                </a:lnTo>
                <a:cubicBezTo>
                  <a:pt x="1314518" y="125045"/>
                  <a:pt x="1303295" y="150009"/>
                  <a:pt x="1283581" y="167233"/>
                </a:cubicBezTo>
                <a:lnTo>
                  <a:pt x="1280659" y="169686"/>
                </a:lnTo>
                <a:lnTo>
                  <a:pt x="1279141" y="170973"/>
                </a:lnTo>
                <a:cubicBezTo>
                  <a:pt x="1278222" y="171747"/>
                  <a:pt x="1277245" y="172450"/>
                  <a:pt x="1276219" y="173076"/>
                </a:cubicBezTo>
                <a:lnTo>
                  <a:pt x="1274699" y="174128"/>
                </a:lnTo>
                <a:lnTo>
                  <a:pt x="1271778" y="175997"/>
                </a:lnTo>
                <a:lnTo>
                  <a:pt x="1271193" y="175997"/>
                </a:lnTo>
                <a:lnTo>
                  <a:pt x="1269675" y="176933"/>
                </a:lnTo>
                <a:lnTo>
                  <a:pt x="1266636" y="178685"/>
                </a:lnTo>
                <a:lnTo>
                  <a:pt x="1265935" y="178685"/>
                </a:lnTo>
                <a:lnTo>
                  <a:pt x="1261027" y="181022"/>
                </a:lnTo>
                <a:lnTo>
                  <a:pt x="1260208" y="181022"/>
                </a:lnTo>
                <a:lnTo>
                  <a:pt x="1257053" y="182191"/>
                </a:lnTo>
                <a:lnTo>
                  <a:pt x="1255533" y="182191"/>
                </a:lnTo>
                <a:lnTo>
                  <a:pt x="1254599" y="182191"/>
                </a:lnTo>
                <a:lnTo>
                  <a:pt x="1252029" y="183127"/>
                </a:lnTo>
                <a:lnTo>
                  <a:pt x="1250976" y="183127"/>
                </a:lnTo>
                <a:lnTo>
                  <a:pt x="1249456" y="183127"/>
                </a:lnTo>
                <a:lnTo>
                  <a:pt x="1248405" y="183127"/>
                </a:lnTo>
                <a:lnTo>
                  <a:pt x="1245952" y="183127"/>
                </a:lnTo>
                <a:lnTo>
                  <a:pt x="1244782" y="183127"/>
                </a:lnTo>
                <a:lnTo>
                  <a:pt x="1243379" y="183127"/>
                </a:lnTo>
                <a:lnTo>
                  <a:pt x="1242095" y="183127"/>
                </a:lnTo>
                <a:lnTo>
                  <a:pt x="1239758" y="183127"/>
                </a:lnTo>
                <a:lnTo>
                  <a:pt x="1238471" y="183127"/>
                </a:lnTo>
                <a:lnTo>
                  <a:pt x="1237068" y="183127"/>
                </a:lnTo>
                <a:lnTo>
                  <a:pt x="1235550" y="183127"/>
                </a:lnTo>
                <a:lnTo>
                  <a:pt x="1233447" y="183127"/>
                </a:lnTo>
                <a:lnTo>
                  <a:pt x="1224682" y="183127"/>
                </a:lnTo>
                <a:cubicBezTo>
                  <a:pt x="1222501" y="183205"/>
                  <a:pt x="1220319" y="183205"/>
                  <a:pt x="1218138" y="183127"/>
                </a:cubicBezTo>
                <a:cubicBezTo>
                  <a:pt x="1167568" y="181318"/>
                  <a:pt x="1128040" y="138860"/>
                  <a:pt x="1129846" y="88292"/>
                </a:cubicBezTo>
                <a:cubicBezTo>
                  <a:pt x="1131201" y="50365"/>
                  <a:pt x="1155424" y="18648"/>
                  <a:pt x="1188784" y="5923"/>
                </a:cubicBezTo>
                <a:close/>
                <a:moveTo>
                  <a:pt x="1224681" y="0"/>
                </a:moveTo>
                <a:lnTo>
                  <a:pt x="1224682" y="0"/>
                </a:lnTo>
                <a:lnTo>
                  <a:pt x="1224681" y="1"/>
                </a:lnTo>
                <a:close/>
              </a:path>
            </a:pathLst>
          </a:custGeom>
          <a:solidFill>
            <a:schemeClr val="bg1"/>
          </a:solidFill>
          <a:ln w="48068" cap="flat">
            <a:noFill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862BA3B2-DD6B-EF31-F737-E2BBB3F80193}"/>
              </a:ext>
            </a:extLst>
          </p:cNvPr>
          <p:cNvSpPr/>
          <p:nvPr/>
        </p:nvSpPr>
        <p:spPr>
          <a:xfrm>
            <a:off x="463517" y="4063308"/>
            <a:ext cx="5233089" cy="2202181"/>
          </a:xfrm>
          <a:prstGeom prst="roundRect">
            <a:avLst>
              <a:gd name="adj" fmla="val 7958"/>
            </a:avLst>
          </a:prstGeom>
          <a:solidFill>
            <a:schemeClr val="accent1"/>
          </a:solidFill>
          <a:ln>
            <a:noFill/>
          </a:ln>
          <a:effectLst>
            <a:outerShdw blurRad="635000" dist="152400" dir="2700000" algn="tl" rotWithShape="0">
              <a:schemeClr val="tx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59B8FE8-A02A-505D-2CC8-DD14260224D4}"/>
              </a:ext>
            </a:extLst>
          </p:cNvPr>
          <p:cNvSpPr/>
          <p:nvPr/>
        </p:nvSpPr>
        <p:spPr>
          <a:xfrm>
            <a:off x="396391" y="1389299"/>
            <a:ext cx="5074550" cy="1428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>
                <a:solidFill>
                  <a:schemeClr val="accent1"/>
                </a:solidFill>
                <a:latin typeface="+mj-lt"/>
                <a:cs typeface="Plus Jakarta Sans" pitchFamily="2" charset="0"/>
              </a:rPr>
              <a:t>Information presentation</a:t>
            </a:r>
            <a:endParaRPr lang="en-US" sz="4800" dirty="0">
              <a:solidFill>
                <a:schemeClr val="accent1"/>
              </a:solidFill>
              <a:latin typeface="+mj-lt"/>
              <a:cs typeface="Plus Jakarta Sans" pitchFamily="2" charset="0"/>
            </a:endParaRPr>
          </a:p>
        </p:txBody>
      </p:sp>
      <p:sp>
        <p:nvSpPr>
          <p:cNvPr id="19" name="TextBox 44">
            <a:extLst>
              <a:ext uri="{FF2B5EF4-FFF2-40B4-BE49-F238E27FC236}">
                <a16:creationId xmlns:a16="http://schemas.microsoft.com/office/drawing/2014/main" id="{B2661D0C-004C-407D-DFF2-F7E0C00D5B6B}"/>
              </a:ext>
            </a:extLst>
          </p:cNvPr>
          <p:cNvSpPr txBox="1"/>
          <p:nvPr/>
        </p:nvSpPr>
        <p:spPr>
          <a:xfrm>
            <a:off x="435472" y="2994136"/>
            <a:ext cx="5145521" cy="7972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Aft>
                <a:spcPts val="1200"/>
              </a:spcAft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tx1"/>
                </a:solidFill>
                <a:latin typeface="+mj-ea"/>
                <a:ea typeface="+mj-ea"/>
              </a:rPr>
              <a:t>Information presentation in car infographics aims to convey key details about vehicles, such as features and performance, in an easy - to - understand way.</a:t>
            </a:r>
            <a:endParaRPr 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9988410D-9253-FFE2-AE7B-3A5D52425345}"/>
              </a:ext>
            </a:extLst>
          </p:cNvPr>
          <p:cNvSpPr txBox="1"/>
          <p:nvPr/>
        </p:nvSpPr>
        <p:spPr>
          <a:xfrm>
            <a:off x="781016" y="4649505"/>
            <a:ext cx="4715894" cy="11942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 dirty="0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Source Han Sans CN Bold Bold"/>
              </a:rPr>
              <a:t>Audience engagement is achieved through car infographics by using appealing visuals to capture viewers' attention and keep them interested in the car - related data.</a:t>
            </a:r>
          </a:p>
        </p:txBody>
      </p:sp>
    </p:spTree>
    <p:extLst>
      <p:ext uri="{BB962C8B-B14F-4D97-AF65-F5344CB8AC3E}">
        <p14:creationId xmlns:p14="http://schemas.microsoft.com/office/powerpoint/2010/main" val="1140984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6D67365-20B9-6291-9EEC-0389E816ED6E}"/>
              </a:ext>
            </a:extLst>
          </p:cNvPr>
          <p:cNvSpPr txBox="1"/>
          <p:nvPr/>
        </p:nvSpPr>
        <p:spPr>
          <a:xfrm>
            <a:off x="2065779" y="213722"/>
            <a:ext cx="401117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2000" dirty="0">
                <a:solidFill>
                  <a:schemeClr val="accent1"/>
                </a:solidFill>
                <a:latin typeface="+mj-lt"/>
                <a:ea typeface="OPPOSans B" pitchFamily="18" charset="-122"/>
                <a:cs typeface="OPPOSans B" pitchFamily="18" charset="-122"/>
              </a:rPr>
              <a:t>Car Infographic</a:t>
            </a:r>
            <a:endParaRPr kumimoji="1" lang="zh-CN" altLang="en-US" sz="2000" dirty="0">
              <a:solidFill>
                <a:schemeClr val="accent1"/>
              </a:solidFill>
              <a:latin typeface="+mj-lt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4F1DC1-BF72-CE91-1071-C36F17310C3E}"/>
              </a:ext>
            </a:extLst>
          </p:cNvPr>
          <p:cNvSpPr txBox="1"/>
          <p:nvPr/>
        </p:nvSpPr>
        <p:spPr>
          <a:xfrm>
            <a:off x="11482500" y="286660"/>
            <a:ext cx="3735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>
                <a:latin typeface="OPPOSans R" pitchFamily="18" charset="-122"/>
                <a:ea typeface="OPPOSans R" pitchFamily="18" charset="-122"/>
                <a:cs typeface="OPPOSans R" pitchFamily="18" charset="-122"/>
              </a:defRPr>
            </a:lvl1pPr>
          </a:lstStyle>
          <a:p>
            <a:pPr algn="r"/>
            <a:r>
              <a:rPr lang="en-US" altLang="zh-CN" sz="1200" dirty="0" err="1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  <a:cs typeface="OPPOSans H" pitchFamily="18" charset="-122"/>
              </a:rPr>
              <a:t>AiPPT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  <a:latin typeface="+mj-ea"/>
              <a:ea typeface="+mj-ea"/>
              <a:cs typeface="OPPOSans H" pitchFamily="18" charset="-122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9FB9AA01-7FFD-58B3-4A15-189EBFB9183A}"/>
              </a:ext>
            </a:extLst>
          </p:cNvPr>
          <p:cNvCxnSpPr>
            <a:cxnSpLocks/>
          </p:cNvCxnSpPr>
          <p:nvPr/>
        </p:nvCxnSpPr>
        <p:spPr>
          <a:xfrm>
            <a:off x="336000" y="724727"/>
            <a:ext cx="115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609AF8E4-18E1-15C0-B315-7BA64134721D}"/>
              </a:ext>
            </a:extLst>
          </p:cNvPr>
          <p:cNvSpPr/>
          <p:nvPr/>
        </p:nvSpPr>
        <p:spPr>
          <a:xfrm>
            <a:off x="340663" y="169610"/>
            <a:ext cx="1512000" cy="396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317500" dist="152400" dir="5400000" sx="90000" sy="9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OPPOSans R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230F1B-B0EB-87A8-025A-73BF7DEA14F8}"/>
              </a:ext>
            </a:extLst>
          </p:cNvPr>
          <p:cNvSpPr txBox="1"/>
          <p:nvPr/>
        </p:nvSpPr>
        <p:spPr>
          <a:xfrm>
            <a:off x="541666" y="298324"/>
            <a:ext cx="1109995" cy="138572"/>
          </a:xfrm>
          <a:custGeom>
            <a:avLst/>
            <a:gdLst>
              <a:gd name="connsiteX0" fmla="*/ 568487 w 1507141"/>
              <a:gd name="connsiteY0" fmla="*/ 37280 h 188151"/>
              <a:gd name="connsiteX1" fmla="*/ 560658 w 1507141"/>
              <a:gd name="connsiteY1" fmla="*/ 44876 h 188151"/>
              <a:gd name="connsiteX2" fmla="*/ 560658 w 1507141"/>
              <a:gd name="connsiteY2" fmla="*/ 44993 h 188151"/>
              <a:gd name="connsiteX3" fmla="*/ 560658 w 1507141"/>
              <a:gd name="connsiteY3" fmla="*/ 83208 h 188151"/>
              <a:gd name="connsiteX4" fmla="*/ 568370 w 1507141"/>
              <a:gd name="connsiteY4" fmla="*/ 90922 h 188151"/>
              <a:gd name="connsiteX5" fmla="*/ 568487 w 1507141"/>
              <a:gd name="connsiteY5" fmla="*/ 90920 h 188151"/>
              <a:gd name="connsiteX6" fmla="*/ 616284 w 1507141"/>
              <a:gd name="connsiteY6" fmla="*/ 90920 h 188151"/>
              <a:gd name="connsiteX7" fmla="*/ 644098 w 1507141"/>
              <a:gd name="connsiteY7" fmla="*/ 64977 h 188151"/>
              <a:gd name="connsiteX8" fmla="*/ 618289 w 1507141"/>
              <a:gd name="connsiteY8" fmla="*/ 37296 h 188151"/>
              <a:gd name="connsiteX9" fmla="*/ 617219 w 1507141"/>
              <a:gd name="connsiteY9" fmla="*/ 37280 h 188151"/>
              <a:gd name="connsiteX10" fmla="*/ 1415753 w 1507141"/>
              <a:gd name="connsiteY10" fmla="*/ 36113 h 188151"/>
              <a:gd name="connsiteX11" fmla="*/ 1415753 w 1507141"/>
              <a:gd name="connsiteY11" fmla="*/ 36230 h 188151"/>
              <a:gd name="connsiteX12" fmla="*/ 1355218 w 1507141"/>
              <a:gd name="connsiteY12" fmla="*/ 96530 h 188151"/>
              <a:gd name="connsiteX13" fmla="*/ 1415519 w 1507141"/>
              <a:gd name="connsiteY13" fmla="*/ 157065 h 188151"/>
              <a:gd name="connsiteX14" fmla="*/ 1476055 w 1507141"/>
              <a:gd name="connsiteY14" fmla="*/ 96763 h 188151"/>
              <a:gd name="connsiteX15" fmla="*/ 1476055 w 1507141"/>
              <a:gd name="connsiteY15" fmla="*/ 96646 h 188151"/>
              <a:gd name="connsiteX16" fmla="*/ 1415753 w 1507141"/>
              <a:gd name="connsiteY16" fmla="*/ 36113 h 188151"/>
              <a:gd name="connsiteX17" fmla="*/ 1026131 w 1507141"/>
              <a:gd name="connsiteY17" fmla="*/ 33069 h 188151"/>
              <a:gd name="connsiteX18" fmla="*/ 1025426 w 1507141"/>
              <a:gd name="connsiteY18" fmla="*/ 33074 h 188151"/>
              <a:gd name="connsiteX19" fmla="*/ 965594 w 1507141"/>
              <a:gd name="connsiteY19" fmla="*/ 94074 h 188151"/>
              <a:gd name="connsiteX20" fmla="*/ 1026596 w 1507141"/>
              <a:gd name="connsiteY20" fmla="*/ 153905 h 188151"/>
              <a:gd name="connsiteX21" fmla="*/ 1086429 w 1507141"/>
              <a:gd name="connsiteY21" fmla="*/ 93376 h 188151"/>
              <a:gd name="connsiteX22" fmla="*/ 1026131 w 1507141"/>
              <a:gd name="connsiteY22" fmla="*/ 33069 h 188151"/>
              <a:gd name="connsiteX23" fmla="*/ 246174 w 1507141"/>
              <a:gd name="connsiteY23" fmla="*/ 32839 h 188151"/>
              <a:gd name="connsiteX24" fmla="*/ 246174 w 1507141"/>
              <a:gd name="connsiteY24" fmla="*/ 33307 h 188151"/>
              <a:gd name="connsiteX25" fmla="*/ 185404 w 1507141"/>
              <a:gd name="connsiteY25" fmla="*/ 93842 h 188151"/>
              <a:gd name="connsiteX26" fmla="*/ 245940 w 1507141"/>
              <a:gd name="connsiteY26" fmla="*/ 154611 h 188151"/>
              <a:gd name="connsiteX27" fmla="*/ 306709 w 1507141"/>
              <a:gd name="connsiteY27" fmla="*/ 94074 h 188151"/>
              <a:gd name="connsiteX28" fmla="*/ 306709 w 1507141"/>
              <a:gd name="connsiteY28" fmla="*/ 93842 h 188151"/>
              <a:gd name="connsiteX29" fmla="*/ 246409 w 1507141"/>
              <a:gd name="connsiteY29" fmla="*/ 32839 h 188151"/>
              <a:gd name="connsiteX30" fmla="*/ 246174 w 1507141"/>
              <a:gd name="connsiteY30" fmla="*/ 32839 h 188151"/>
              <a:gd name="connsiteX31" fmla="*/ 537167 w 1507141"/>
              <a:gd name="connsiteY31" fmla="*/ 5610 h 188151"/>
              <a:gd name="connsiteX32" fmla="*/ 615933 w 1507141"/>
              <a:gd name="connsiteY32" fmla="*/ 5610 h 188151"/>
              <a:gd name="connsiteX33" fmla="*/ 657538 w 1507141"/>
              <a:gd name="connsiteY33" fmla="*/ 21971 h 188151"/>
              <a:gd name="connsiteX34" fmla="*/ 676002 w 1507141"/>
              <a:gd name="connsiteY34" fmla="*/ 62056 h 188151"/>
              <a:gd name="connsiteX35" fmla="*/ 648305 w 1507141"/>
              <a:gd name="connsiteY35" fmla="*/ 114059 h 188151"/>
              <a:gd name="connsiteX36" fmla="*/ 645501 w 1507141"/>
              <a:gd name="connsiteY36" fmla="*/ 123759 h 188151"/>
              <a:gd name="connsiteX37" fmla="*/ 668172 w 1507141"/>
              <a:gd name="connsiteY37" fmla="*/ 171323 h 188151"/>
              <a:gd name="connsiteX38" fmla="*/ 665552 w 1507141"/>
              <a:gd name="connsiteY38" fmla="*/ 181912 h 188151"/>
              <a:gd name="connsiteX39" fmla="*/ 661159 w 1507141"/>
              <a:gd name="connsiteY39" fmla="*/ 183010 h 188151"/>
              <a:gd name="connsiteX40" fmla="*/ 644448 w 1507141"/>
              <a:gd name="connsiteY40" fmla="*/ 181957 h 188151"/>
              <a:gd name="connsiteX41" fmla="*/ 637553 w 1507141"/>
              <a:gd name="connsiteY41" fmla="*/ 177517 h 188151"/>
              <a:gd name="connsiteX42" fmla="*/ 613362 w 1507141"/>
              <a:gd name="connsiteY42" fmla="*/ 126914 h 188151"/>
              <a:gd name="connsiteX43" fmla="*/ 606469 w 1507141"/>
              <a:gd name="connsiteY43" fmla="*/ 122591 h 188151"/>
              <a:gd name="connsiteX44" fmla="*/ 568487 w 1507141"/>
              <a:gd name="connsiteY44" fmla="*/ 122591 h 188151"/>
              <a:gd name="connsiteX45" fmla="*/ 560658 w 1507141"/>
              <a:gd name="connsiteY45" fmla="*/ 130187 h 188151"/>
              <a:gd name="connsiteX46" fmla="*/ 560658 w 1507141"/>
              <a:gd name="connsiteY46" fmla="*/ 130303 h 188151"/>
              <a:gd name="connsiteX47" fmla="*/ 560658 w 1507141"/>
              <a:gd name="connsiteY47" fmla="*/ 174128 h 188151"/>
              <a:gd name="connsiteX48" fmla="*/ 553062 w 1507141"/>
              <a:gd name="connsiteY48" fmla="*/ 181957 h 188151"/>
              <a:gd name="connsiteX49" fmla="*/ 552944 w 1507141"/>
              <a:gd name="connsiteY49" fmla="*/ 181957 h 188151"/>
              <a:gd name="connsiteX50" fmla="*/ 537167 w 1507141"/>
              <a:gd name="connsiteY50" fmla="*/ 181957 h 188151"/>
              <a:gd name="connsiteX51" fmla="*/ 529455 w 1507141"/>
              <a:gd name="connsiteY51" fmla="*/ 174128 h 188151"/>
              <a:gd name="connsiteX52" fmla="*/ 529455 w 1507141"/>
              <a:gd name="connsiteY52" fmla="*/ 13324 h 188151"/>
              <a:gd name="connsiteX53" fmla="*/ 537167 w 1507141"/>
              <a:gd name="connsiteY53" fmla="*/ 5610 h 188151"/>
              <a:gd name="connsiteX54" fmla="*/ 359883 w 1507141"/>
              <a:gd name="connsiteY54" fmla="*/ 5610 h 188151"/>
              <a:gd name="connsiteX55" fmla="*/ 376011 w 1507141"/>
              <a:gd name="connsiteY55" fmla="*/ 5610 h 188151"/>
              <a:gd name="connsiteX56" fmla="*/ 383725 w 1507141"/>
              <a:gd name="connsiteY56" fmla="*/ 13324 h 188151"/>
              <a:gd name="connsiteX57" fmla="*/ 383725 w 1507141"/>
              <a:gd name="connsiteY57" fmla="*/ 100504 h 188151"/>
              <a:gd name="connsiteX58" fmla="*/ 430583 w 1507141"/>
              <a:gd name="connsiteY58" fmla="*/ 152162 h 188151"/>
              <a:gd name="connsiteX59" fmla="*/ 482240 w 1507141"/>
              <a:gd name="connsiteY59" fmla="*/ 105303 h 188151"/>
              <a:gd name="connsiteX60" fmla="*/ 482240 w 1507141"/>
              <a:gd name="connsiteY60" fmla="*/ 100504 h 188151"/>
              <a:gd name="connsiteX61" fmla="*/ 482240 w 1507141"/>
              <a:gd name="connsiteY61" fmla="*/ 13324 h 188151"/>
              <a:gd name="connsiteX62" fmla="*/ 489954 w 1507141"/>
              <a:gd name="connsiteY62" fmla="*/ 5610 h 188151"/>
              <a:gd name="connsiteX63" fmla="*/ 506080 w 1507141"/>
              <a:gd name="connsiteY63" fmla="*/ 5610 h 188151"/>
              <a:gd name="connsiteX64" fmla="*/ 513795 w 1507141"/>
              <a:gd name="connsiteY64" fmla="*/ 13324 h 188151"/>
              <a:gd name="connsiteX65" fmla="*/ 513795 w 1507141"/>
              <a:gd name="connsiteY65" fmla="*/ 101088 h 188151"/>
              <a:gd name="connsiteX66" fmla="*/ 433157 w 1507141"/>
              <a:gd name="connsiteY66" fmla="*/ 181957 h 188151"/>
              <a:gd name="connsiteX67" fmla="*/ 433040 w 1507141"/>
              <a:gd name="connsiteY67" fmla="*/ 181957 h 188151"/>
              <a:gd name="connsiteX68" fmla="*/ 352171 w 1507141"/>
              <a:gd name="connsiteY68" fmla="*/ 101088 h 188151"/>
              <a:gd name="connsiteX69" fmla="*/ 352171 w 1507141"/>
              <a:gd name="connsiteY69" fmla="*/ 13324 h 188151"/>
              <a:gd name="connsiteX70" fmla="*/ 359883 w 1507141"/>
              <a:gd name="connsiteY70" fmla="*/ 5610 h 188151"/>
              <a:gd name="connsiteX71" fmla="*/ 141114 w 1507141"/>
              <a:gd name="connsiteY71" fmla="*/ 5610 h 188151"/>
              <a:gd name="connsiteX72" fmla="*/ 156306 w 1507141"/>
              <a:gd name="connsiteY72" fmla="*/ 5610 h 188151"/>
              <a:gd name="connsiteX73" fmla="*/ 163598 w 1507141"/>
              <a:gd name="connsiteY73" fmla="*/ 13722 h 188151"/>
              <a:gd name="connsiteX74" fmla="*/ 162500 w 1507141"/>
              <a:gd name="connsiteY74" fmla="*/ 17296 h 188151"/>
              <a:gd name="connsiteX75" fmla="*/ 99626 w 1507141"/>
              <a:gd name="connsiteY75" fmla="*/ 104244 h 188151"/>
              <a:gd name="connsiteX76" fmla="*/ 97523 w 1507141"/>
              <a:gd name="connsiteY76" fmla="*/ 110903 h 188151"/>
              <a:gd name="connsiteX77" fmla="*/ 97523 w 1507141"/>
              <a:gd name="connsiteY77" fmla="*/ 174245 h 188151"/>
              <a:gd name="connsiteX78" fmla="*/ 89810 w 1507141"/>
              <a:gd name="connsiteY78" fmla="*/ 181957 h 188151"/>
              <a:gd name="connsiteX79" fmla="*/ 73566 w 1507141"/>
              <a:gd name="connsiteY79" fmla="*/ 181957 h 188151"/>
              <a:gd name="connsiteX80" fmla="*/ 65853 w 1507141"/>
              <a:gd name="connsiteY80" fmla="*/ 174245 h 188151"/>
              <a:gd name="connsiteX81" fmla="*/ 65853 w 1507141"/>
              <a:gd name="connsiteY81" fmla="*/ 110903 h 188151"/>
              <a:gd name="connsiteX82" fmla="*/ 63749 w 1507141"/>
              <a:gd name="connsiteY82" fmla="*/ 104244 h 188151"/>
              <a:gd name="connsiteX83" fmla="*/ 1110 w 1507141"/>
              <a:gd name="connsiteY83" fmla="*/ 17880 h 188151"/>
              <a:gd name="connsiteX84" fmla="*/ 3730 w 1507141"/>
              <a:gd name="connsiteY84" fmla="*/ 7292 h 188151"/>
              <a:gd name="connsiteX85" fmla="*/ 7304 w 1507141"/>
              <a:gd name="connsiteY85" fmla="*/ 6194 h 188151"/>
              <a:gd name="connsiteX86" fmla="*/ 22964 w 1507141"/>
              <a:gd name="connsiteY86" fmla="*/ 6194 h 188151"/>
              <a:gd name="connsiteX87" fmla="*/ 28807 w 1507141"/>
              <a:gd name="connsiteY87" fmla="*/ 8882 h 188151"/>
              <a:gd name="connsiteX88" fmla="*/ 75552 w 1507141"/>
              <a:gd name="connsiteY88" fmla="*/ 74910 h 188151"/>
              <a:gd name="connsiteX89" fmla="*/ 81863 w 1507141"/>
              <a:gd name="connsiteY89" fmla="*/ 78065 h 188151"/>
              <a:gd name="connsiteX90" fmla="*/ 88057 w 1507141"/>
              <a:gd name="connsiteY90" fmla="*/ 74910 h 188151"/>
              <a:gd name="connsiteX91" fmla="*/ 134803 w 1507141"/>
              <a:gd name="connsiteY91" fmla="*/ 8882 h 188151"/>
              <a:gd name="connsiteX92" fmla="*/ 141114 w 1507141"/>
              <a:gd name="connsiteY92" fmla="*/ 5610 h 188151"/>
              <a:gd name="connsiteX93" fmla="*/ 1415286 w 1507141"/>
              <a:gd name="connsiteY93" fmla="*/ 4910 h 188151"/>
              <a:gd name="connsiteX94" fmla="*/ 1507141 w 1507141"/>
              <a:gd name="connsiteY94" fmla="*/ 96297 h 188151"/>
              <a:gd name="connsiteX95" fmla="*/ 1507141 w 1507141"/>
              <a:gd name="connsiteY95" fmla="*/ 96530 h 188151"/>
              <a:gd name="connsiteX96" fmla="*/ 1415753 w 1507141"/>
              <a:gd name="connsiteY96" fmla="*/ 188151 h 188151"/>
              <a:gd name="connsiteX97" fmla="*/ 1323898 w 1507141"/>
              <a:gd name="connsiteY97" fmla="*/ 96765 h 188151"/>
              <a:gd name="connsiteX98" fmla="*/ 1415286 w 1507141"/>
              <a:gd name="connsiteY98" fmla="*/ 4910 h 188151"/>
              <a:gd name="connsiteX99" fmla="*/ 792047 w 1507141"/>
              <a:gd name="connsiteY99" fmla="*/ 4091 h 188151"/>
              <a:gd name="connsiteX100" fmla="*/ 808875 w 1507141"/>
              <a:gd name="connsiteY100" fmla="*/ 4091 h 188151"/>
              <a:gd name="connsiteX101" fmla="*/ 816589 w 1507141"/>
              <a:gd name="connsiteY101" fmla="*/ 11805 h 188151"/>
              <a:gd name="connsiteX102" fmla="*/ 816589 w 1507141"/>
              <a:gd name="connsiteY102" fmla="*/ 144443 h 188151"/>
              <a:gd name="connsiteX103" fmla="*/ 824301 w 1507141"/>
              <a:gd name="connsiteY103" fmla="*/ 152157 h 188151"/>
              <a:gd name="connsiteX104" fmla="*/ 919780 w 1507141"/>
              <a:gd name="connsiteY104" fmla="*/ 152157 h 188151"/>
              <a:gd name="connsiteX105" fmla="*/ 927494 w 1507141"/>
              <a:gd name="connsiteY105" fmla="*/ 159870 h 188151"/>
              <a:gd name="connsiteX106" fmla="*/ 927494 w 1507141"/>
              <a:gd name="connsiteY106" fmla="*/ 175413 h 188151"/>
              <a:gd name="connsiteX107" fmla="*/ 920015 w 1507141"/>
              <a:gd name="connsiteY107" fmla="*/ 183125 h 188151"/>
              <a:gd name="connsiteX108" fmla="*/ 919780 w 1507141"/>
              <a:gd name="connsiteY108" fmla="*/ 183125 h 188151"/>
              <a:gd name="connsiteX109" fmla="*/ 792047 w 1507141"/>
              <a:gd name="connsiteY109" fmla="*/ 183125 h 188151"/>
              <a:gd name="connsiteX110" fmla="*/ 784335 w 1507141"/>
              <a:gd name="connsiteY110" fmla="*/ 175648 h 188151"/>
              <a:gd name="connsiteX111" fmla="*/ 784335 w 1507141"/>
              <a:gd name="connsiteY111" fmla="*/ 175413 h 188151"/>
              <a:gd name="connsiteX112" fmla="*/ 784335 w 1507141"/>
              <a:gd name="connsiteY112" fmla="*/ 11805 h 188151"/>
              <a:gd name="connsiteX113" fmla="*/ 792047 w 1507141"/>
              <a:gd name="connsiteY113" fmla="*/ 4091 h 188151"/>
              <a:gd name="connsiteX114" fmla="*/ 1025426 w 1507141"/>
              <a:gd name="connsiteY114" fmla="*/ 1754 h 188151"/>
              <a:gd name="connsiteX115" fmla="*/ 1117048 w 1507141"/>
              <a:gd name="connsiteY115" fmla="*/ 93376 h 188151"/>
              <a:gd name="connsiteX116" fmla="*/ 1025426 w 1507141"/>
              <a:gd name="connsiteY116" fmla="*/ 184996 h 188151"/>
              <a:gd name="connsiteX117" fmla="*/ 933805 w 1507141"/>
              <a:gd name="connsiteY117" fmla="*/ 93376 h 188151"/>
              <a:gd name="connsiteX118" fmla="*/ 1025426 w 1507141"/>
              <a:gd name="connsiteY118" fmla="*/ 1754 h 188151"/>
              <a:gd name="connsiteX119" fmla="*/ 247109 w 1507141"/>
              <a:gd name="connsiteY119" fmla="*/ 1522 h 188151"/>
              <a:gd name="connsiteX120" fmla="*/ 338497 w 1507141"/>
              <a:gd name="connsiteY120" fmla="*/ 93374 h 188151"/>
              <a:gd name="connsiteX121" fmla="*/ 246643 w 1507141"/>
              <a:gd name="connsiteY121" fmla="*/ 185230 h 188151"/>
              <a:gd name="connsiteX122" fmla="*/ 246174 w 1507141"/>
              <a:gd name="connsiteY122" fmla="*/ 185228 h 188151"/>
              <a:gd name="connsiteX123" fmla="*/ 154788 w 1507141"/>
              <a:gd name="connsiteY123" fmla="*/ 92908 h 188151"/>
              <a:gd name="connsiteX124" fmla="*/ 247109 w 1507141"/>
              <a:gd name="connsiteY124" fmla="*/ 1522 h 188151"/>
              <a:gd name="connsiteX125" fmla="*/ 1224681 w 1507141"/>
              <a:gd name="connsiteY125" fmla="*/ 1 h 188151"/>
              <a:gd name="connsiteX126" fmla="*/ 1253557 w 1507141"/>
              <a:gd name="connsiteY126" fmla="*/ 4696 h 188151"/>
              <a:gd name="connsiteX127" fmla="*/ 1279492 w 1507141"/>
              <a:gd name="connsiteY127" fmla="*/ 18231 h 188151"/>
              <a:gd name="connsiteX128" fmla="*/ 1292462 w 1507141"/>
              <a:gd name="connsiteY128" fmla="*/ 29917 h 188151"/>
              <a:gd name="connsiteX129" fmla="*/ 1292700 w 1507141"/>
              <a:gd name="connsiteY129" fmla="*/ 30251 h 188151"/>
              <a:gd name="connsiteX130" fmla="*/ 1290593 w 1507141"/>
              <a:gd name="connsiteY130" fmla="*/ 40787 h 188151"/>
              <a:gd name="connsiteX131" fmla="*/ 1277504 w 1507141"/>
              <a:gd name="connsiteY131" fmla="*/ 49902 h 188151"/>
              <a:gd name="connsiteX132" fmla="*/ 1267687 w 1507141"/>
              <a:gd name="connsiteY132" fmla="*/ 49083 h 188151"/>
              <a:gd name="connsiteX133" fmla="*/ 1264182 w 1507141"/>
              <a:gd name="connsiteY133" fmla="*/ 45811 h 188151"/>
              <a:gd name="connsiteX134" fmla="*/ 1263481 w 1507141"/>
              <a:gd name="connsiteY134" fmla="*/ 45110 h 188151"/>
              <a:gd name="connsiteX135" fmla="*/ 1224914 w 1507141"/>
              <a:gd name="connsiteY135" fmla="*/ 31204 h 188151"/>
              <a:gd name="connsiteX136" fmla="*/ 1222344 w 1507141"/>
              <a:gd name="connsiteY136" fmla="*/ 31204 h 188151"/>
              <a:gd name="connsiteX137" fmla="*/ 1218138 w 1507141"/>
              <a:gd name="connsiteY137" fmla="*/ 31204 h 188151"/>
              <a:gd name="connsiteX138" fmla="*/ 1207385 w 1507141"/>
              <a:gd name="connsiteY138" fmla="*/ 33424 h 188151"/>
              <a:gd name="connsiteX139" fmla="*/ 1165686 w 1507141"/>
              <a:gd name="connsiteY139" fmla="*/ 78148 h 188151"/>
              <a:gd name="connsiteX140" fmla="*/ 1211476 w 1507141"/>
              <a:gd name="connsiteY140" fmla="*/ 150288 h 188151"/>
              <a:gd name="connsiteX141" fmla="*/ 1216384 w 1507141"/>
              <a:gd name="connsiteY141" fmla="*/ 151222 h 188151"/>
              <a:gd name="connsiteX142" fmla="*/ 1217904 w 1507141"/>
              <a:gd name="connsiteY142" fmla="*/ 151222 h 188151"/>
              <a:gd name="connsiteX143" fmla="*/ 1229590 w 1507141"/>
              <a:gd name="connsiteY143" fmla="*/ 151222 h 188151"/>
              <a:gd name="connsiteX144" fmla="*/ 1238588 w 1507141"/>
              <a:gd name="connsiteY144" fmla="*/ 149937 h 188151"/>
              <a:gd name="connsiteX145" fmla="*/ 1240224 w 1507141"/>
              <a:gd name="connsiteY145" fmla="*/ 149937 h 188151"/>
              <a:gd name="connsiteX146" fmla="*/ 1241861 w 1507141"/>
              <a:gd name="connsiteY146" fmla="*/ 149937 h 188151"/>
              <a:gd name="connsiteX147" fmla="*/ 1248756 w 1507141"/>
              <a:gd name="connsiteY147" fmla="*/ 147482 h 188151"/>
              <a:gd name="connsiteX148" fmla="*/ 1250158 w 1507141"/>
              <a:gd name="connsiteY148" fmla="*/ 147482 h 188151"/>
              <a:gd name="connsiteX149" fmla="*/ 1251444 w 1507141"/>
              <a:gd name="connsiteY149" fmla="*/ 146899 h 188151"/>
              <a:gd name="connsiteX150" fmla="*/ 1252845 w 1507141"/>
              <a:gd name="connsiteY150" fmla="*/ 146197 h 188151"/>
              <a:gd name="connsiteX151" fmla="*/ 1256001 w 1507141"/>
              <a:gd name="connsiteY151" fmla="*/ 144560 h 188151"/>
              <a:gd name="connsiteX152" fmla="*/ 1256936 w 1507141"/>
              <a:gd name="connsiteY152" fmla="*/ 144560 h 188151"/>
              <a:gd name="connsiteX153" fmla="*/ 1277621 w 1507141"/>
              <a:gd name="connsiteY153" fmla="*/ 118500 h 188151"/>
              <a:gd name="connsiteX154" fmla="*/ 1276453 w 1507141"/>
              <a:gd name="connsiteY154" fmla="*/ 112307 h 188151"/>
              <a:gd name="connsiteX155" fmla="*/ 1271427 w 1507141"/>
              <a:gd name="connsiteY155" fmla="*/ 110203 h 188151"/>
              <a:gd name="connsiteX156" fmla="*/ 1237653 w 1507141"/>
              <a:gd name="connsiteY156" fmla="*/ 110203 h 188151"/>
              <a:gd name="connsiteX157" fmla="*/ 1229941 w 1507141"/>
              <a:gd name="connsiteY157" fmla="*/ 102490 h 188151"/>
              <a:gd name="connsiteX158" fmla="*/ 1229941 w 1507141"/>
              <a:gd name="connsiteY158" fmla="*/ 86714 h 188151"/>
              <a:gd name="connsiteX159" fmla="*/ 1237653 w 1507141"/>
              <a:gd name="connsiteY159" fmla="*/ 79000 h 188151"/>
              <a:gd name="connsiteX160" fmla="*/ 1307772 w 1507141"/>
              <a:gd name="connsiteY160" fmla="*/ 79000 h 188151"/>
              <a:gd name="connsiteX161" fmla="*/ 1308473 w 1507141"/>
              <a:gd name="connsiteY161" fmla="*/ 79000 h 188151"/>
              <a:gd name="connsiteX162" fmla="*/ 1312606 w 1507141"/>
              <a:gd name="connsiteY162" fmla="*/ 80432 h 188151"/>
              <a:gd name="connsiteX163" fmla="*/ 1314316 w 1507141"/>
              <a:gd name="connsiteY163" fmla="*/ 91037 h 188151"/>
              <a:gd name="connsiteX164" fmla="*/ 1314316 w 1507141"/>
              <a:gd name="connsiteY164" fmla="*/ 98868 h 188151"/>
              <a:gd name="connsiteX165" fmla="*/ 1283581 w 1507141"/>
              <a:gd name="connsiteY165" fmla="*/ 167233 h 188151"/>
              <a:gd name="connsiteX166" fmla="*/ 1280659 w 1507141"/>
              <a:gd name="connsiteY166" fmla="*/ 169686 h 188151"/>
              <a:gd name="connsiteX167" fmla="*/ 1279141 w 1507141"/>
              <a:gd name="connsiteY167" fmla="*/ 170973 h 188151"/>
              <a:gd name="connsiteX168" fmla="*/ 1276219 w 1507141"/>
              <a:gd name="connsiteY168" fmla="*/ 173076 h 188151"/>
              <a:gd name="connsiteX169" fmla="*/ 1274699 w 1507141"/>
              <a:gd name="connsiteY169" fmla="*/ 174128 h 188151"/>
              <a:gd name="connsiteX170" fmla="*/ 1271778 w 1507141"/>
              <a:gd name="connsiteY170" fmla="*/ 175997 h 188151"/>
              <a:gd name="connsiteX171" fmla="*/ 1271193 w 1507141"/>
              <a:gd name="connsiteY171" fmla="*/ 175997 h 188151"/>
              <a:gd name="connsiteX172" fmla="*/ 1269675 w 1507141"/>
              <a:gd name="connsiteY172" fmla="*/ 176933 h 188151"/>
              <a:gd name="connsiteX173" fmla="*/ 1266636 w 1507141"/>
              <a:gd name="connsiteY173" fmla="*/ 178685 h 188151"/>
              <a:gd name="connsiteX174" fmla="*/ 1265935 w 1507141"/>
              <a:gd name="connsiteY174" fmla="*/ 178685 h 188151"/>
              <a:gd name="connsiteX175" fmla="*/ 1261027 w 1507141"/>
              <a:gd name="connsiteY175" fmla="*/ 181022 h 188151"/>
              <a:gd name="connsiteX176" fmla="*/ 1260208 w 1507141"/>
              <a:gd name="connsiteY176" fmla="*/ 181022 h 188151"/>
              <a:gd name="connsiteX177" fmla="*/ 1257053 w 1507141"/>
              <a:gd name="connsiteY177" fmla="*/ 182191 h 188151"/>
              <a:gd name="connsiteX178" fmla="*/ 1255533 w 1507141"/>
              <a:gd name="connsiteY178" fmla="*/ 182191 h 188151"/>
              <a:gd name="connsiteX179" fmla="*/ 1254599 w 1507141"/>
              <a:gd name="connsiteY179" fmla="*/ 182191 h 188151"/>
              <a:gd name="connsiteX180" fmla="*/ 1252029 w 1507141"/>
              <a:gd name="connsiteY180" fmla="*/ 183127 h 188151"/>
              <a:gd name="connsiteX181" fmla="*/ 1250976 w 1507141"/>
              <a:gd name="connsiteY181" fmla="*/ 183127 h 188151"/>
              <a:gd name="connsiteX182" fmla="*/ 1249456 w 1507141"/>
              <a:gd name="connsiteY182" fmla="*/ 183127 h 188151"/>
              <a:gd name="connsiteX183" fmla="*/ 1248405 w 1507141"/>
              <a:gd name="connsiteY183" fmla="*/ 183127 h 188151"/>
              <a:gd name="connsiteX184" fmla="*/ 1245952 w 1507141"/>
              <a:gd name="connsiteY184" fmla="*/ 183127 h 188151"/>
              <a:gd name="connsiteX185" fmla="*/ 1244782 w 1507141"/>
              <a:gd name="connsiteY185" fmla="*/ 183127 h 188151"/>
              <a:gd name="connsiteX186" fmla="*/ 1243379 w 1507141"/>
              <a:gd name="connsiteY186" fmla="*/ 183127 h 188151"/>
              <a:gd name="connsiteX187" fmla="*/ 1242095 w 1507141"/>
              <a:gd name="connsiteY187" fmla="*/ 183127 h 188151"/>
              <a:gd name="connsiteX188" fmla="*/ 1239758 w 1507141"/>
              <a:gd name="connsiteY188" fmla="*/ 183127 h 188151"/>
              <a:gd name="connsiteX189" fmla="*/ 1238471 w 1507141"/>
              <a:gd name="connsiteY189" fmla="*/ 183127 h 188151"/>
              <a:gd name="connsiteX190" fmla="*/ 1237068 w 1507141"/>
              <a:gd name="connsiteY190" fmla="*/ 183127 h 188151"/>
              <a:gd name="connsiteX191" fmla="*/ 1235550 w 1507141"/>
              <a:gd name="connsiteY191" fmla="*/ 183127 h 188151"/>
              <a:gd name="connsiteX192" fmla="*/ 1233447 w 1507141"/>
              <a:gd name="connsiteY192" fmla="*/ 183127 h 188151"/>
              <a:gd name="connsiteX193" fmla="*/ 1224682 w 1507141"/>
              <a:gd name="connsiteY193" fmla="*/ 183127 h 188151"/>
              <a:gd name="connsiteX194" fmla="*/ 1218138 w 1507141"/>
              <a:gd name="connsiteY194" fmla="*/ 183127 h 188151"/>
              <a:gd name="connsiteX195" fmla="*/ 1129846 w 1507141"/>
              <a:gd name="connsiteY195" fmla="*/ 88292 h 188151"/>
              <a:gd name="connsiteX196" fmla="*/ 1188784 w 1507141"/>
              <a:gd name="connsiteY196" fmla="*/ 5923 h 188151"/>
              <a:gd name="connsiteX197" fmla="*/ 1224681 w 1507141"/>
              <a:gd name="connsiteY197" fmla="*/ 0 h 188151"/>
              <a:gd name="connsiteX198" fmla="*/ 1224682 w 1507141"/>
              <a:gd name="connsiteY198" fmla="*/ 0 h 188151"/>
              <a:gd name="connsiteX199" fmla="*/ 1224681 w 1507141"/>
              <a:gd name="connsiteY199" fmla="*/ 1 h 18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1507141" h="188151">
                <a:moveTo>
                  <a:pt x="568487" y="37280"/>
                </a:moveTo>
                <a:cubicBezTo>
                  <a:pt x="564228" y="37216"/>
                  <a:pt x="560722" y="40616"/>
                  <a:pt x="560658" y="44876"/>
                </a:cubicBezTo>
                <a:cubicBezTo>
                  <a:pt x="560658" y="44915"/>
                  <a:pt x="560658" y="44954"/>
                  <a:pt x="560658" y="44993"/>
                </a:cubicBezTo>
                <a:lnTo>
                  <a:pt x="560658" y="83208"/>
                </a:lnTo>
                <a:cubicBezTo>
                  <a:pt x="560656" y="87467"/>
                  <a:pt x="564110" y="90920"/>
                  <a:pt x="568370" y="90922"/>
                </a:cubicBezTo>
                <a:cubicBezTo>
                  <a:pt x="568409" y="90922"/>
                  <a:pt x="568448" y="90920"/>
                  <a:pt x="568487" y="90920"/>
                </a:cubicBezTo>
                <a:lnTo>
                  <a:pt x="616284" y="90920"/>
                </a:lnTo>
                <a:cubicBezTo>
                  <a:pt x="630990" y="91071"/>
                  <a:pt x="643227" y="79656"/>
                  <a:pt x="644098" y="64977"/>
                </a:cubicBezTo>
                <a:cubicBezTo>
                  <a:pt x="644615" y="50205"/>
                  <a:pt x="633059" y="37813"/>
                  <a:pt x="618289" y="37296"/>
                </a:cubicBezTo>
                <a:cubicBezTo>
                  <a:pt x="617931" y="37284"/>
                  <a:pt x="617575" y="37279"/>
                  <a:pt x="617219" y="37280"/>
                </a:cubicBezTo>
                <a:close/>
                <a:moveTo>
                  <a:pt x="1415753" y="36113"/>
                </a:moveTo>
                <a:lnTo>
                  <a:pt x="1415753" y="36230"/>
                </a:lnTo>
                <a:cubicBezTo>
                  <a:pt x="1382385" y="36164"/>
                  <a:pt x="1355282" y="63162"/>
                  <a:pt x="1355218" y="96530"/>
                </a:cubicBezTo>
                <a:cubicBezTo>
                  <a:pt x="1355153" y="129898"/>
                  <a:pt x="1382151" y="157001"/>
                  <a:pt x="1415519" y="157065"/>
                </a:cubicBezTo>
                <a:cubicBezTo>
                  <a:pt x="1448888" y="157129"/>
                  <a:pt x="1475991" y="130132"/>
                  <a:pt x="1476055" y="96763"/>
                </a:cubicBezTo>
                <a:cubicBezTo>
                  <a:pt x="1476055" y="96725"/>
                  <a:pt x="1476055" y="96686"/>
                  <a:pt x="1476055" y="96646"/>
                </a:cubicBezTo>
                <a:cubicBezTo>
                  <a:pt x="1476055" y="63306"/>
                  <a:pt x="1449095" y="36242"/>
                  <a:pt x="1415753" y="36113"/>
                </a:cubicBezTo>
                <a:close/>
                <a:moveTo>
                  <a:pt x="1026131" y="33069"/>
                </a:moveTo>
                <a:cubicBezTo>
                  <a:pt x="1025896" y="33069"/>
                  <a:pt x="1025662" y="33071"/>
                  <a:pt x="1025426" y="33074"/>
                </a:cubicBezTo>
                <a:cubicBezTo>
                  <a:pt x="992059" y="33396"/>
                  <a:pt x="965272" y="60707"/>
                  <a:pt x="965594" y="94074"/>
                </a:cubicBezTo>
                <a:cubicBezTo>
                  <a:pt x="965918" y="127440"/>
                  <a:pt x="993229" y="154228"/>
                  <a:pt x="1026596" y="153905"/>
                </a:cubicBezTo>
                <a:cubicBezTo>
                  <a:pt x="1059778" y="153584"/>
                  <a:pt x="1086492" y="126560"/>
                  <a:pt x="1086429" y="93376"/>
                </a:cubicBezTo>
                <a:cubicBezTo>
                  <a:pt x="1086431" y="60071"/>
                  <a:pt x="1059436" y="33073"/>
                  <a:pt x="1026131" y="33069"/>
                </a:cubicBezTo>
                <a:close/>
                <a:moveTo>
                  <a:pt x="246174" y="32839"/>
                </a:moveTo>
                <a:lnTo>
                  <a:pt x="246174" y="33307"/>
                </a:lnTo>
                <a:cubicBezTo>
                  <a:pt x="212676" y="33242"/>
                  <a:pt x="185469" y="60344"/>
                  <a:pt x="185404" y="93842"/>
                </a:cubicBezTo>
                <a:cubicBezTo>
                  <a:pt x="185340" y="127340"/>
                  <a:pt x="212442" y="154545"/>
                  <a:pt x="245940" y="154611"/>
                </a:cubicBezTo>
                <a:cubicBezTo>
                  <a:pt x="279438" y="154675"/>
                  <a:pt x="306645" y="127572"/>
                  <a:pt x="306709" y="94074"/>
                </a:cubicBezTo>
                <a:cubicBezTo>
                  <a:pt x="306709" y="93998"/>
                  <a:pt x="306709" y="93920"/>
                  <a:pt x="306709" y="93842"/>
                </a:cubicBezTo>
                <a:cubicBezTo>
                  <a:pt x="306904" y="60344"/>
                  <a:pt x="279905" y="33034"/>
                  <a:pt x="246409" y="32839"/>
                </a:cubicBezTo>
                <a:cubicBezTo>
                  <a:pt x="246331" y="32839"/>
                  <a:pt x="246252" y="32839"/>
                  <a:pt x="246174" y="32839"/>
                </a:cubicBezTo>
                <a:close/>
                <a:moveTo>
                  <a:pt x="537167" y="5610"/>
                </a:moveTo>
                <a:lnTo>
                  <a:pt x="615933" y="5610"/>
                </a:lnTo>
                <a:cubicBezTo>
                  <a:pt x="631375" y="5591"/>
                  <a:pt x="646246" y="11439"/>
                  <a:pt x="657538" y="21971"/>
                </a:cubicBezTo>
                <a:cubicBezTo>
                  <a:pt x="668790" y="32336"/>
                  <a:pt x="675437" y="46767"/>
                  <a:pt x="676002" y="62056"/>
                </a:cubicBezTo>
                <a:cubicBezTo>
                  <a:pt x="676825" y="83117"/>
                  <a:pt x="666241" y="102990"/>
                  <a:pt x="648305" y="114059"/>
                </a:cubicBezTo>
                <a:cubicBezTo>
                  <a:pt x="644999" y="116079"/>
                  <a:pt x="643782" y="120288"/>
                  <a:pt x="645501" y="123759"/>
                </a:cubicBezTo>
                <a:lnTo>
                  <a:pt x="668172" y="171323"/>
                </a:lnTo>
                <a:cubicBezTo>
                  <a:pt x="670373" y="174970"/>
                  <a:pt x="669199" y="179710"/>
                  <a:pt x="665552" y="181912"/>
                </a:cubicBezTo>
                <a:cubicBezTo>
                  <a:pt x="664230" y="182708"/>
                  <a:pt x="662702" y="183091"/>
                  <a:pt x="661159" y="183010"/>
                </a:cubicBezTo>
                <a:lnTo>
                  <a:pt x="644448" y="181957"/>
                </a:lnTo>
                <a:cubicBezTo>
                  <a:pt x="641488" y="181923"/>
                  <a:pt x="638809" y="180197"/>
                  <a:pt x="637553" y="177517"/>
                </a:cubicBezTo>
                <a:lnTo>
                  <a:pt x="613362" y="126914"/>
                </a:lnTo>
                <a:cubicBezTo>
                  <a:pt x="612097" y="124260"/>
                  <a:pt x="609410" y="122576"/>
                  <a:pt x="606469" y="122591"/>
                </a:cubicBezTo>
                <a:lnTo>
                  <a:pt x="568487" y="122591"/>
                </a:lnTo>
                <a:cubicBezTo>
                  <a:pt x="564228" y="122525"/>
                  <a:pt x="560722" y="125926"/>
                  <a:pt x="560658" y="130187"/>
                </a:cubicBezTo>
                <a:cubicBezTo>
                  <a:pt x="560658" y="130225"/>
                  <a:pt x="560658" y="130265"/>
                  <a:pt x="560658" y="130303"/>
                </a:cubicBezTo>
                <a:lnTo>
                  <a:pt x="560658" y="174128"/>
                </a:lnTo>
                <a:cubicBezTo>
                  <a:pt x="560722" y="178387"/>
                  <a:pt x="557321" y="181891"/>
                  <a:pt x="553062" y="181957"/>
                </a:cubicBezTo>
                <a:cubicBezTo>
                  <a:pt x="553023" y="181957"/>
                  <a:pt x="552983" y="181957"/>
                  <a:pt x="552944" y="181957"/>
                </a:cubicBezTo>
                <a:lnTo>
                  <a:pt x="537167" y="181957"/>
                </a:lnTo>
                <a:cubicBezTo>
                  <a:pt x="532889" y="181893"/>
                  <a:pt x="529455" y="178407"/>
                  <a:pt x="529455" y="174128"/>
                </a:cubicBezTo>
                <a:lnTo>
                  <a:pt x="529455" y="13324"/>
                </a:lnTo>
                <a:cubicBezTo>
                  <a:pt x="529517" y="9089"/>
                  <a:pt x="532933" y="5672"/>
                  <a:pt x="537167" y="5610"/>
                </a:cubicBezTo>
                <a:close/>
                <a:moveTo>
                  <a:pt x="359883" y="5610"/>
                </a:moveTo>
                <a:lnTo>
                  <a:pt x="376011" y="5610"/>
                </a:lnTo>
                <a:cubicBezTo>
                  <a:pt x="380271" y="5610"/>
                  <a:pt x="383725" y="9063"/>
                  <a:pt x="383725" y="13324"/>
                </a:cubicBezTo>
                <a:lnTo>
                  <a:pt x="383725" y="100504"/>
                </a:lnTo>
                <a:cubicBezTo>
                  <a:pt x="382398" y="127707"/>
                  <a:pt x="403378" y="150835"/>
                  <a:pt x="430583" y="152162"/>
                </a:cubicBezTo>
                <a:cubicBezTo>
                  <a:pt x="457787" y="153488"/>
                  <a:pt x="480915" y="132508"/>
                  <a:pt x="482240" y="105303"/>
                </a:cubicBezTo>
                <a:cubicBezTo>
                  <a:pt x="482318" y="103705"/>
                  <a:pt x="482318" y="102103"/>
                  <a:pt x="482240" y="100504"/>
                </a:cubicBezTo>
                <a:lnTo>
                  <a:pt x="482240" y="13324"/>
                </a:lnTo>
                <a:cubicBezTo>
                  <a:pt x="482303" y="9089"/>
                  <a:pt x="485721" y="5672"/>
                  <a:pt x="489954" y="5610"/>
                </a:cubicBezTo>
                <a:lnTo>
                  <a:pt x="506080" y="5610"/>
                </a:lnTo>
                <a:cubicBezTo>
                  <a:pt x="510341" y="5610"/>
                  <a:pt x="513795" y="9063"/>
                  <a:pt x="513795" y="13324"/>
                </a:cubicBezTo>
                <a:lnTo>
                  <a:pt x="513795" y="101088"/>
                </a:lnTo>
                <a:cubicBezTo>
                  <a:pt x="513859" y="145686"/>
                  <a:pt x="477756" y="181893"/>
                  <a:pt x="433157" y="181957"/>
                </a:cubicBezTo>
                <a:cubicBezTo>
                  <a:pt x="433118" y="181957"/>
                  <a:pt x="433079" y="181957"/>
                  <a:pt x="433040" y="181957"/>
                </a:cubicBezTo>
                <a:cubicBezTo>
                  <a:pt x="388378" y="181957"/>
                  <a:pt x="352171" y="145752"/>
                  <a:pt x="352171" y="101088"/>
                </a:cubicBezTo>
                <a:lnTo>
                  <a:pt x="352171" y="13324"/>
                </a:lnTo>
                <a:cubicBezTo>
                  <a:pt x="352171" y="9063"/>
                  <a:pt x="355625" y="5610"/>
                  <a:pt x="359883" y="5610"/>
                </a:cubicBezTo>
                <a:close/>
                <a:moveTo>
                  <a:pt x="141114" y="5610"/>
                </a:moveTo>
                <a:lnTo>
                  <a:pt x="156306" y="5610"/>
                </a:lnTo>
                <a:cubicBezTo>
                  <a:pt x="160559" y="5837"/>
                  <a:pt x="163823" y="9468"/>
                  <a:pt x="163598" y="13722"/>
                </a:cubicBezTo>
                <a:cubicBezTo>
                  <a:pt x="163530" y="14986"/>
                  <a:pt x="163152" y="16213"/>
                  <a:pt x="162500" y="17296"/>
                </a:cubicBezTo>
                <a:lnTo>
                  <a:pt x="99626" y="104244"/>
                </a:lnTo>
                <a:cubicBezTo>
                  <a:pt x="98219" y="106175"/>
                  <a:pt x="97480" y="108514"/>
                  <a:pt x="97523" y="110903"/>
                </a:cubicBezTo>
                <a:lnTo>
                  <a:pt x="97523" y="174245"/>
                </a:lnTo>
                <a:cubicBezTo>
                  <a:pt x="97460" y="178478"/>
                  <a:pt x="94044" y="181895"/>
                  <a:pt x="89810" y="181957"/>
                </a:cubicBezTo>
                <a:lnTo>
                  <a:pt x="73566" y="181957"/>
                </a:lnTo>
                <a:cubicBezTo>
                  <a:pt x="69333" y="181895"/>
                  <a:pt x="65916" y="178478"/>
                  <a:pt x="65853" y="174245"/>
                </a:cubicBezTo>
                <a:lnTo>
                  <a:pt x="65853" y="110903"/>
                </a:lnTo>
                <a:cubicBezTo>
                  <a:pt x="65896" y="108514"/>
                  <a:pt x="65157" y="106175"/>
                  <a:pt x="63749" y="104244"/>
                </a:cubicBezTo>
                <a:lnTo>
                  <a:pt x="1110" y="17880"/>
                </a:lnTo>
                <a:cubicBezTo>
                  <a:pt x="-1091" y="14234"/>
                  <a:pt x="83" y="9492"/>
                  <a:pt x="3730" y="7292"/>
                </a:cubicBezTo>
                <a:cubicBezTo>
                  <a:pt x="4813" y="6638"/>
                  <a:pt x="6040" y="6262"/>
                  <a:pt x="7304" y="6194"/>
                </a:cubicBezTo>
                <a:lnTo>
                  <a:pt x="22964" y="6194"/>
                </a:lnTo>
                <a:cubicBezTo>
                  <a:pt x="25210" y="6196"/>
                  <a:pt x="27343" y="7177"/>
                  <a:pt x="28807" y="8882"/>
                </a:cubicBezTo>
                <a:lnTo>
                  <a:pt x="75552" y="74910"/>
                </a:lnTo>
                <a:cubicBezTo>
                  <a:pt x="77036" y="76904"/>
                  <a:pt x="79378" y="78075"/>
                  <a:pt x="81863" y="78065"/>
                </a:cubicBezTo>
                <a:cubicBezTo>
                  <a:pt x="84316" y="78075"/>
                  <a:pt x="86623" y="76901"/>
                  <a:pt x="88057" y="74910"/>
                </a:cubicBezTo>
                <a:lnTo>
                  <a:pt x="134803" y="8882"/>
                </a:lnTo>
                <a:cubicBezTo>
                  <a:pt x="136248" y="6830"/>
                  <a:pt x="138602" y="5608"/>
                  <a:pt x="141114" y="5610"/>
                </a:cubicBezTo>
                <a:close/>
                <a:moveTo>
                  <a:pt x="1415286" y="4910"/>
                </a:moveTo>
                <a:cubicBezTo>
                  <a:pt x="1465887" y="4781"/>
                  <a:pt x="1507012" y="45696"/>
                  <a:pt x="1507141" y="96297"/>
                </a:cubicBezTo>
                <a:cubicBezTo>
                  <a:pt x="1507141" y="96375"/>
                  <a:pt x="1507141" y="96453"/>
                  <a:pt x="1507141" y="96530"/>
                </a:cubicBezTo>
                <a:cubicBezTo>
                  <a:pt x="1507077" y="147014"/>
                  <a:pt x="1466236" y="187958"/>
                  <a:pt x="1415753" y="188151"/>
                </a:cubicBezTo>
                <a:cubicBezTo>
                  <a:pt x="1365152" y="188280"/>
                  <a:pt x="1324027" y="147365"/>
                  <a:pt x="1323898" y="96765"/>
                </a:cubicBezTo>
                <a:cubicBezTo>
                  <a:pt x="1323769" y="46164"/>
                  <a:pt x="1364684" y="5039"/>
                  <a:pt x="1415286" y="4910"/>
                </a:cubicBezTo>
                <a:close/>
                <a:moveTo>
                  <a:pt x="792047" y="4091"/>
                </a:moveTo>
                <a:lnTo>
                  <a:pt x="808875" y="4091"/>
                </a:lnTo>
                <a:cubicBezTo>
                  <a:pt x="813135" y="4091"/>
                  <a:pt x="816589" y="7545"/>
                  <a:pt x="816589" y="11805"/>
                </a:cubicBezTo>
                <a:lnTo>
                  <a:pt x="816589" y="144443"/>
                </a:lnTo>
                <a:cubicBezTo>
                  <a:pt x="816589" y="148704"/>
                  <a:pt x="820043" y="152157"/>
                  <a:pt x="824301" y="152157"/>
                </a:cubicBezTo>
                <a:lnTo>
                  <a:pt x="919780" y="152157"/>
                </a:lnTo>
                <a:cubicBezTo>
                  <a:pt x="924040" y="152157"/>
                  <a:pt x="927494" y="155611"/>
                  <a:pt x="927494" y="159870"/>
                </a:cubicBezTo>
                <a:lnTo>
                  <a:pt x="927494" y="175413"/>
                </a:lnTo>
                <a:cubicBezTo>
                  <a:pt x="927558" y="179607"/>
                  <a:pt x="924210" y="183060"/>
                  <a:pt x="920015" y="183125"/>
                </a:cubicBezTo>
                <a:cubicBezTo>
                  <a:pt x="919937" y="183127"/>
                  <a:pt x="919858" y="183127"/>
                  <a:pt x="919780" y="183125"/>
                </a:cubicBezTo>
                <a:lnTo>
                  <a:pt x="792047" y="183125"/>
                </a:lnTo>
                <a:cubicBezTo>
                  <a:pt x="787853" y="183191"/>
                  <a:pt x="784400" y="179842"/>
                  <a:pt x="784335" y="175648"/>
                </a:cubicBezTo>
                <a:cubicBezTo>
                  <a:pt x="784333" y="175570"/>
                  <a:pt x="784333" y="175491"/>
                  <a:pt x="784335" y="175413"/>
                </a:cubicBezTo>
                <a:lnTo>
                  <a:pt x="784335" y="11805"/>
                </a:lnTo>
                <a:cubicBezTo>
                  <a:pt x="784335" y="7545"/>
                  <a:pt x="787787" y="4091"/>
                  <a:pt x="792047" y="4091"/>
                </a:cubicBezTo>
                <a:close/>
                <a:moveTo>
                  <a:pt x="1025426" y="1754"/>
                </a:moveTo>
                <a:cubicBezTo>
                  <a:pt x="1076028" y="1754"/>
                  <a:pt x="1117048" y="42774"/>
                  <a:pt x="1117048" y="93376"/>
                </a:cubicBezTo>
                <a:cubicBezTo>
                  <a:pt x="1117048" y="143976"/>
                  <a:pt x="1076028" y="184996"/>
                  <a:pt x="1025426" y="184996"/>
                </a:cubicBezTo>
                <a:cubicBezTo>
                  <a:pt x="974825" y="184996"/>
                  <a:pt x="933805" y="143976"/>
                  <a:pt x="933805" y="93376"/>
                </a:cubicBezTo>
                <a:cubicBezTo>
                  <a:pt x="933805" y="42774"/>
                  <a:pt x="974825" y="1754"/>
                  <a:pt x="1025426" y="1754"/>
                </a:cubicBezTo>
                <a:close/>
                <a:moveTo>
                  <a:pt x="247109" y="1522"/>
                </a:moveTo>
                <a:cubicBezTo>
                  <a:pt x="297657" y="1780"/>
                  <a:pt x="338497" y="42827"/>
                  <a:pt x="338497" y="93374"/>
                </a:cubicBezTo>
                <a:cubicBezTo>
                  <a:pt x="338497" y="144105"/>
                  <a:pt x="297373" y="185230"/>
                  <a:pt x="246643" y="185230"/>
                </a:cubicBezTo>
                <a:cubicBezTo>
                  <a:pt x="246487" y="185230"/>
                  <a:pt x="246330" y="185230"/>
                  <a:pt x="246174" y="185228"/>
                </a:cubicBezTo>
                <a:cubicBezTo>
                  <a:pt x="195445" y="184970"/>
                  <a:pt x="154528" y="143637"/>
                  <a:pt x="154788" y="92908"/>
                </a:cubicBezTo>
                <a:cubicBezTo>
                  <a:pt x="155045" y="42178"/>
                  <a:pt x="196379" y="1263"/>
                  <a:pt x="247109" y="1522"/>
                </a:cubicBezTo>
                <a:close/>
                <a:moveTo>
                  <a:pt x="1224681" y="1"/>
                </a:moveTo>
                <a:lnTo>
                  <a:pt x="1253557" y="4696"/>
                </a:lnTo>
                <a:cubicBezTo>
                  <a:pt x="1262811" y="7774"/>
                  <a:pt x="1271575" y="12325"/>
                  <a:pt x="1279492" y="18231"/>
                </a:cubicBezTo>
                <a:cubicBezTo>
                  <a:pt x="1284164" y="21722"/>
                  <a:pt x="1288505" y="25633"/>
                  <a:pt x="1292462" y="29917"/>
                </a:cubicBezTo>
                <a:cubicBezTo>
                  <a:pt x="1292546" y="30027"/>
                  <a:pt x="1292623" y="30139"/>
                  <a:pt x="1292700" y="30251"/>
                </a:cubicBezTo>
                <a:cubicBezTo>
                  <a:pt x="1295026" y="33742"/>
                  <a:pt x="1294084" y="38458"/>
                  <a:pt x="1290593" y="40787"/>
                </a:cubicBezTo>
                <a:lnTo>
                  <a:pt x="1277504" y="49902"/>
                </a:lnTo>
                <a:cubicBezTo>
                  <a:pt x="1274489" y="52127"/>
                  <a:pt x="1270293" y="51776"/>
                  <a:pt x="1267687" y="49083"/>
                </a:cubicBezTo>
                <a:lnTo>
                  <a:pt x="1264182" y="45811"/>
                </a:lnTo>
                <a:lnTo>
                  <a:pt x="1263481" y="45110"/>
                </a:lnTo>
                <a:cubicBezTo>
                  <a:pt x="1252659" y="36087"/>
                  <a:pt x="1239005" y="31163"/>
                  <a:pt x="1224914" y="31204"/>
                </a:cubicBezTo>
                <a:lnTo>
                  <a:pt x="1222344" y="31204"/>
                </a:lnTo>
                <a:lnTo>
                  <a:pt x="1218138" y="31204"/>
                </a:lnTo>
                <a:cubicBezTo>
                  <a:pt x="1214489" y="31593"/>
                  <a:pt x="1210890" y="32337"/>
                  <a:pt x="1207385" y="33424"/>
                </a:cubicBezTo>
                <a:cubicBezTo>
                  <a:pt x="1186411" y="39678"/>
                  <a:pt x="1170459" y="56787"/>
                  <a:pt x="1165686" y="78148"/>
                </a:cubicBezTo>
                <a:cubicBezTo>
                  <a:pt x="1158409" y="110714"/>
                  <a:pt x="1178911" y="143011"/>
                  <a:pt x="1211476" y="150288"/>
                </a:cubicBezTo>
                <a:lnTo>
                  <a:pt x="1216384" y="151222"/>
                </a:lnTo>
                <a:lnTo>
                  <a:pt x="1217904" y="151222"/>
                </a:lnTo>
                <a:lnTo>
                  <a:pt x="1229590" y="151222"/>
                </a:lnTo>
                <a:cubicBezTo>
                  <a:pt x="1232617" y="151015"/>
                  <a:pt x="1235625" y="150585"/>
                  <a:pt x="1238588" y="149937"/>
                </a:cubicBezTo>
                <a:lnTo>
                  <a:pt x="1240224" y="149937"/>
                </a:lnTo>
                <a:lnTo>
                  <a:pt x="1241861" y="149937"/>
                </a:lnTo>
                <a:lnTo>
                  <a:pt x="1248756" y="147482"/>
                </a:lnTo>
                <a:lnTo>
                  <a:pt x="1250158" y="147482"/>
                </a:lnTo>
                <a:lnTo>
                  <a:pt x="1251444" y="146899"/>
                </a:lnTo>
                <a:lnTo>
                  <a:pt x="1252845" y="146197"/>
                </a:lnTo>
                <a:lnTo>
                  <a:pt x="1256001" y="144560"/>
                </a:lnTo>
                <a:lnTo>
                  <a:pt x="1256936" y="144560"/>
                </a:lnTo>
                <a:cubicBezTo>
                  <a:pt x="1265859" y="137697"/>
                  <a:pt x="1272961" y="128748"/>
                  <a:pt x="1277621" y="118500"/>
                </a:cubicBezTo>
                <a:cubicBezTo>
                  <a:pt x="1278365" y="116375"/>
                  <a:pt x="1277919" y="114015"/>
                  <a:pt x="1276453" y="112307"/>
                </a:cubicBezTo>
                <a:cubicBezTo>
                  <a:pt x="1275145" y="110934"/>
                  <a:pt x="1273323" y="110171"/>
                  <a:pt x="1271427" y="110203"/>
                </a:cubicBezTo>
                <a:lnTo>
                  <a:pt x="1237653" y="110203"/>
                </a:lnTo>
                <a:cubicBezTo>
                  <a:pt x="1233393" y="110203"/>
                  <a:pt x="1229941" y="106750"/>
                  <a:pt x="1229941" y="102490"/>
                </a:cubicBezTo>
                <a:lnTo>
                  <a:pt x="1229941" y="86714"/>
                </a:lnTo>
                <a:cubicBezTo>
                  <a:pt x="1229941" y="82454"/>
                  <a:pt x="1233393" y="79000"/>
                  <a:pt x="1237653" y="79000"/>
                </a:cubicBezTo>
                <a:lnTo>
                  <a:pt x="1307772" y="79000"/>
                </a:lnTo>
                <a:lnTo>
                  <a:pt x="1308473" y="79000"/>
                </a:lnTo>
                <a:cubicBezTo>
                  <a:pt x="1309961" y="79061"/>
                  <a:pt x="1311398" y="79560"/>
                  <a:pt x="1312606" y="80432"/>
                </a:cubicBezTo>
                <a:cubicBezTo>
                  <a:pt x="1316008" y="82888"/>
                  <a:pt x="1316774" y="87636"/>
                  <a:pt x="1314316" y="91037"/>
                </a:cubicBezTo>
                <a:lnTo>
                  <a:pt x="1314316" y="98868"/>
                </a:lnTo>
                <a:cubicBezTo>
                  <a:pt x="1314518" y="125045"/>
                  <a:pt x="1303295" y="150009"/>
                  <a:pt x="1283581" y="167233"/>
                </a:cubicBezTo>
                <a:lnTo>
                  <a:pt x="1280659" y="169686"/>
                </a:lnTo>
                <a:lnTo>
                  <a:pt x="1279141" y="170973"/>
                </a:lnTo>
                <a:cubicBezTo>
                  <a:pt x="1278222" y="171747"/>
                  <a:pt x="1277245" y="172450"/>
                  <a:pt x="1276219" y="173076"/>
                </a:cubicBezTo>
                <a:lnTo>
                  <a:pt x="1274699" y="174128"/>
                </a:lnTo>
                <a:lnTo>
                  <a:pt x="1271778" y="175997"/>
                </a:lnTo>
                <a:lnTo>
                  <a:pt x="1271193" y="175997"/>
                </a:lnTo>
                <a:lnTo>
                  <a:pt x="1269675" y="176933"/>
                </a:lnTo>
                <a:lnTo>
                  <a:pt x="1266636" y="178685"/>
                </a:lnTo>
                <a:lnTo>
                  <a:pt x="1265935" y="178685"/>
                </a:lnTo>
                <a:lnTo>
                  <a:pt x="1261027" y="181022"/>
                </a:lnTo>
                <a:lnTo>
                  <a:pt x="1260208" y="181022"/>
                </a:lnTo>
                <a:lnTo>
                  <a:pt x="1257053" y="182191"/>
                </a:lnTo>
                <a:lnTo>
                  <a:pt x="1255533" y="182191"/>
                </a:lnTo>
                <a:lnTo>
                  <a:pt x="1254599" y="182191"/>
                </a:lnTo>
                <a:lnTo>
                  <a:pt x="1252029" y="183127"/>
                </a:lnTo>
                <a:lnTo>
                  <a:pt x="1250976" y="183127"/>
                </a:lnTo>
                <a:lnTo>
                  <a:pt x="1249456" y="183127"/>
                </a:lnTo>
                <a:lnTo>
                  <a:pt x="1248405" y="183127"/>
                </a:lnTo>
                <a:lnTo>
                  <a:pt x="1245952" y="183127"/>
                </a:lnTo>
                <a:lnTo>
                  <a:pt x="1244782" y="183127"/>
                </a:lnTo>
                <a:lnTo>
                  <a:pt x="1243379" y="183127"/>
                </a:lnTo>
                <a:lnTo>
                  <a:pt x="1242095" y="183127"/>
                </a:lnTo>
                <a:lnTo>
                  <a:pt x="1239758" y="183127"/>
                </a:lnTo>
                <a:lnTo>
                  <a:pt x="1238471" y="183127"/>
                </a:lnTo>
                <a:lnTo>
                  <a:pt x="1237068" y="183127"/>
                </a:lnTo>
                <a:lnTo>
                  <a:pt x="1235550" y="183127"/>
                </a:lnTo>
                <a:lnTo>
                  <a:pt x="1233447" y="183127"/>
                </a:lnTo>
                <a:lnTo>
                  <a:pt x="1224682" y="183127"/>
                </a:lnTo>
                <a:cubicBezTo>
                  <a:pt x="1222501" y="183205"/>
                  <a:pt x="1220319" y="183205"/>
                  <a:pt x="1218138" y="183127"/>
                </a:cubicBezTo>
                <a:cubicBezTo>
                  <a:pt x="1167568" y="181318"/>
                  <a:pt x="1128040" y="138860"/>
                  <a:pt x="1129846" y="88292"/>
                </a:cubicBezTo>
                <a:cubicBezTo>
                  <a:pt x="1131201" y="50365"/>
                  <a:pt x="1155424" y="18648"/>
                  <a:pt x="1188784" y="5923"/>
                </a:cubicBezTo>
                <a:close/>
                <a:moveTo>
                  <a:pt x="1224681" y="0"/>
                </a:moveTo>
                <a:lnTo>
                  <a:pt x="1224682" y="0"/>
                </a:lnTo>
                <a:lnTo>
                  <a:pt x="1224681" y="1"/>
                </a:lnTo>
                <a:close/>
              </a:path>
            </a:pathLst>
          </a:custGeom>
          <a:solidFill>
            <a:schemeClr val="bg1"/>
          </a:solidFill>
          <a:ln w="48068" cap="flat">
            <a:noFill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TextBox 90">
            <a:extLst>
              <a:ext uri="{FF2B5EF4-FFF2-40B4-BE49-F238E27FC236}">
                <a16:creationId xmlns:a16="http://schemas.microsoft.com/office/drawing/2014/main" id="{000DC1B7-4BCF-4389-04DA-473678FE986E}"/>
              </a:ext>
            </a:extLst>
          </p:cNvPr>
          <p:cNvSpPr txBox="1"/>
          <p:nvPr/>
        </p:nvSpPr>
        <p:spPr>
          <a:xfrm>
            <a:off x="6454779" y="1491114"/>
            <a:ext cx="199963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>
                <a:solidFill>
                  <a:schemeClr val="accent1"/>
                </a:solidFill>
                <a:latin typeface="+mj-lt"/>
              </a:rPr>
              <a:t>Car Infographic</a:t>
            </a:r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TextBox 160">
            <a:extLst>
              <a:ext uri="{FF2B5EF4-FFF2-40B4-BE49-F238E27FC236}">
                <a16:creationId xmlns:a16="http://schemas.microsoft.com/office/drawing/2014/main" id="{CC64DF2D-C977-1D8C-808D-E3AFD56B011F}"/>
              </a:ext>
            </a:extLst>
          </p:cNvPr>
          <p:cNvSpPr txBox="1"/>
          <p:nvPr/>
        </p:nvSpPr>
        <p:spPr>
          <a:xfrm>
            <a:off x="11325494" y="1491114"/>
            <a:ext cx="51745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+mj-lt"/>
              </a:rPr>
              <a:t>2024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6561C6C-F4F0-2E48-751C-2CC75E5F1CA6}"/>
              </a:ext>
            </a:extLst>
          </p:cNvPr>
          <p:cNvGrpSpPr/>
          <p:nvPr/>
        </p:nvGrpSpPr>
        <p:grpSpPr>
          <a:xfrm>
            <a:off x="354697" y="1294961"/>
            <a:ext cx="5547750" cy="4780017"/>
            <a:chOff x="354697" y="1294962"/>
            <a:chExt cx="5547750" cy="2908300"/>
          </a:xfrm>
        </p:grpSpPr>
        <p:cxnSp>
          <p:nvCxnSpPr>
            <p:cNvPr id="2" name="直线连接符 49">
              <a:extLst>
                <a:ext uri="{FF2B5EF4-FFF2-40B4-BE49-F238E27FC236}">
                  <a16:creationId xmlns:a16="http://schemas.microsoft.com/office/drawing/2014/main" id="{E1664874-CD7B-D9F3-3475-E783B008EC04}"/>
                </a:ext>
              </a:extLst>
            </p:cNvPr>
            <p:cNvCxnSpPr>
              <a:cxnSpLocks/>
            </p:cNvCxnSpPr>
            <p:nvPr/>
          </p:nvCxnSpPr>
          <p:spPr>
            <a:xfrm>
              <a:off x="3128572" y="1294962"/>
              <a:ext cx="0" cy="2908300"/>
            </a:xfrm>
            <a:prstGeom prst="line">
              <a:avLst/>
            </a:prstGeom>
            <a:ln>
              <a:gradFill>
                <a:gsLst>
                  <a:gs pos="57000">
                    <a:schemeClr val="accent1"/>
                  </a:gs>
                  <a:gs pos="100000">
                    <a:schemeClr val="bg1">
                      <a:lumMod val="65000"/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线连接符 56">
              <a:extLst>
                <a:ext uri="{FF2B5EF4-FFF2-40B4-BE49-F238E27FC236}">
                  <a16:creationId xmlns:a16="http://schemas.microsoft.com/office/drawing/2014/main" id="{BF638331-FA46-7376-BC84-BB57BFECCCBD}"/>
                </a:ext>
              </a:extLst>
            </p:cNvPr>
            <p:cNvCxnSpPr>
              <a:cxnSpLocks/>
            </p:cNvCxnSpPr>
            <p:nvPr/>
          </p:nvCxnSpPr>
          <p:spPr>
            <a:xfrm>
              <a:off x="5902447" y="1294962"/>
              <a:ext cx="0" cy="2908300"/>
            </a:xfrm>
            <a:prstGeom prst="line">
              <a:avLst/>
            </a:prstGeom>
            <a:ln>
              <a:gradFill>
                <a:gsLst>
                  <a:gs pos="57000">
                    <a:schemeClr val="accent1"/>
                  </a:gs>
                  <a:gs pos="100000">
                    <a:schemeClr val="bg1">
                      <a:lumMod val="65000"/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74">
              <a:extLst>
                <a:ext uri="{FF2B5EF4-FFF2-40B4-BE49-F238E27FC236}">
                  <a16:creationId xmlns:a16="http://schemas.microsoft.com/office/drawing/2014/main" id="{BF8BC3FA-3297-E217-38A7-CFAE7A9616DD}"/>
                </a:ext>
              </a:extLst>
            </p:cNvPr>
            <p:cNvCxnSpPr>
              <a:cxnSpLocks/>
            </p:cNvCxnSpPr>
            <p:nvPr/>
          </p:nvCxnSpPr>
          <p:spPr>
            <a:xfrm>
              <a:off x="354697" y="1294962"/>
              <a:ext cx="0" cy="2908300"/>
            </a:xfrm>
            <a:prstGeom prst="line">
              <a:avLst/>
            </a:prstGeom>
            <a:ln>
              <a:gradFill>
                <a:gsLst>
                  <a:gs pos="57000">
                    <a:schemeClr val="accent1"/>
                  </a:gs>
                  <a:gs pos="100000">
                    <a:schemeClr val="bg1">
                      <a:lumMod val="65000"/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圆角矩形 34">
            <a:extLst>
              <a:ext uri="{FF2B5EF4-FFF2-40B4-BE49-F238E27FC236}">
                <a16:creationId xmlns:a16="http://schemas.microsoft.com/office/drawing/2014/main" id="{BFA78259-4082-7DB4-C479-E7C77ACC3204}"/>
              </a:ext>
            </a:extLst>
          </p:cNvPr>
          <p:cNvSpPr/>
          <p:nvPr/>
        </p:nvSpPr>
        <p:spPr>
          <a:xfrm>
            <a:off x="549041" y="1271677"/>
            <a:ext cx="2437404" cy="504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8D5387-7AB7-F3A2-061A-A35480FCCB2F}"/>
              </a:ext>
            </a:extLst>
          </p:cNvPr>
          <p:cNvSpPr txBox="1"/>
          <p:nvPr/>
        </p:nvSpPr>
        <p:spPr>
          <a:xfrm>
            <a:off x="844414" y="1385178"/>
            <a:ext cx="184665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>
                <a:solidFill>
                  <a:schemeClr val="bg1"/>
                </a:solidFill>
                <a:latin typeface="+mj-lt"/>
                <a:cs typeface="OPPOSans M" pitchFamily="18" charset="-122"/>
              </a:rPr>
              <a:t>Car Infographic</a:t>
            </a:r>
            <a:endParaRPr kumimoji="1" lang="en-US" altLang="zh-CN" dirty="0">
              <a:solidFill>
                <a:schemeClr val="bg1"/>
              </a:solidFill>
              <a:latin typeface="+mj-lt"/>
              <a:cs typeface="OPPOSans M" pitchFamily="18" charset="-122"/>
            </a:endParaRPr>
          </a:p>
        </p:txBody>
      </p:sp>
      <p:sp>
        <p:nvSpPr>
          <p:cNvPr id="27" name="圆角矩形 41">
            <a:extLst>
              <a:ext uri="{FF2B5EF4-FFF2-40B4-BE49-F238E27FC236}">
                <a16:creationId xmlns:a16="http://schemas.microsoft.com/office/drawing/2014/main" id="{FC7433C8-30D4-A3C3-CB6F-ABED8155DA8E}"/>
              </a:ext>
            </a:extLst>
          </p:cNvPr>
          <p:cNvSpPr/>
          <p:nvPr/>
        </p:nvSpPr>
        <p:spPr>
          <a:xfrm>
            <a:off x="3315336" y="1271677"/>
            <a:ext cx="2319961" cy="504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E387B-D26F-29B8-B9C5-D768CF35C55D}"/>
              </a:ext>
            </a:extLst>
          </p:cNvPr>
          <p:cNvSpPr txBox="1"/>
          <p:nvPr/>
        </p:nvSpPr>
        <p:spPr>
          <a:xfrm>
            <a:off x="3551988" y="1385178"/>
            <a:ext cx="184665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>
                <a:solidFill>
                  <a:schemeClr val="bg1"/>
                </a:solidFill>
                <a:latin typeface="+mj-lt"/>
                <a:cs typeface="OPPOSans M" pitchFamily="18" charset="-122"/>
              </a:rPr>
              <a:t>Car Infographic</a:t>
            </a:r>
            <a:endParaRPr kumimoji="1" lang="en-US" altLang="zh-CN" dirty="0">
              <a:solidFill>
                <a:schemeClr val="bg1"/>
              </a:solidFill>
              <a:latin typeface="+mj-lt"/>
              <a:cs typeface="OPPOSans M" pitchFamily="18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E23CB94-5716-BD92-C471-493FE98477A3}"/>
              </a:ext>
            </a:extLst>
          </p:cNvPr>
          <p:cNvSpPr txBox="1"/>
          <p:nvPr/>
        </p:nvSpPr>
        <p:spPr>
          <a:xfrm>
            <a:off x="641022" y="2061668"/>
            <a:ext cx="2168525" cy="264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j-ea"/>
                <a:ea typeface="+mj-ea"/>
                <a:cs typeface="Source Han Sans CN Normal"/>
              </a:rPr>
              <a:t>Car infographics serve as a decision - making aid, helping consumers compare different models and make informed choices based on presented data.</a:t>
            </a:r>
            <a:endParaRPr kumimoji="1" lang="en-US" altLang="zh-CN" sz="14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+mj-ea"/>
              <a:ea typeface="+mj-ea"/>
              <a:cs typeface="Source Han Sans CN Normal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E8922C1-1BC3-CA20-A6E3-AB9B79BFC0DF}"/>
              </a:ext>
            </a:extLst>
          </p:cNvPr>
          <p:cNvSpPr txBox="1"/>
          <p:nvPr/>
        </p:nvSpPr>
        <p:spPr>
          <a:xfrm>
            <a:off x="3403272" y="2061668"/>
            <a:ext cx="2168525" cy="297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j-ea"/>
                <a:ea typeface="+mj-ea"/>
                <a:cs typeface="Source Han Sans CN Normal"/>
              </a:rPr>
              <a:t>As a market analysis tool, car infographics help industry professionals understand market trends, consumer preferences, and competitive landscapes.</a:t>
            </a:r>
            <a:endParaRPr kumimoji="1" lang="en-US" altLang="zh-CN" sz="14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+mj-ea"/>
              <a:ea typeface="+mj-ea"/>
              <a:cs typeface="Source Han Sans CN Normal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36C7AD4A-91BB-EFFE-C282-869B17D04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057" y="1121229"/>
            <a:ext cx="5736771" cy="573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74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>
            <a:extLst>
              <a:ext uri="{FF2B5EF4-FFF2-40B4-BE49-F238E27FC236}">
                <a16:creationId xmlns:a16="http://schemas.microsoft.com/office/drawing/2014/main" id="{C5FF5252-EF9B-626C-BF9F-9CD328E3B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53" y="-356054"/>
            <a:ext cx="6371772" cy="637177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FE5CD59-5600-9899-D4C0-5D2F6E33CA24}"/>
              </a:ext>
            </a:extLst>
          </p:cNvPr>
          <p:cNvSpPr txBox="1"/>
          <p:nvPr/>
        </p:nvSpPr>
        <p:spPr>
          <a:xfrm>
            <a:off x="2065779" y="213722"/>
            <a:ext cx="401117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2000" dirty="0">
                <a:solidFill>
                  <a:schemeClr val="accent1"/>
                </a:solidFill>
                <a:latin typeface="+mj-lt"/>
                <a:ea typeface="OPPOSans B" pitchFamily="18" charset="-122"/>
                <a:cs typeface="OPPOSans B" pitchFamily="18" charset="-122"/>
              </a:rPr>
              <a:t>Car Infographic</a:t>
            </a:r>
            <a:endParaRPr kumimoji="1" lang="zh-CN" altLang="en-US" sz="2000" dirty="0">
              <a:solidFill>
                <a:schemeClr val="accent1"/>
              </a:solidFill>
              <a:latin typeface="+mj-lt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4B6A59-1100-CFD5-24D8-34CF502F50C4}"/>
              </a:ext>
            </a:extLst>
          </p:cNvPr>
          <p:cNvSpPr txBox="1"/>
          <p:nvPr/>
        </p:nvSpPr>
        <p:spPr>
          <a:xfrm>
            <a:off x="11482500" y="286660"/>
            <a:ext cx="3735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>
                <a:latin typeface="OPPOSans R" pitchFamily="18" charset="-122"/>
                <a:ea typeface="OPPOSans R" pitchFamily="18" charset="-122"/>
                <a:cs typeface="OPPOSans R" pitchFamily="18" charset="-122"/>
              </a:defRPr>
            </a:lvl1pPr>
          </a:lstStyle>
          <a:p>
            <a:pPr algn="r"/>
            <a:r>
              <a:rPr lang="en-US" altLang="zh-CN" sz="1200" dirty="0" err="1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  <a:cs typeface="OPPOSans H" pitchFamily="18" charset="-122"/>
              </a:rPr>
              <a:t>AiPPT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  <a:latin typeface="+mj-ea"/>
              <a:ea typeface="+mj-ea"/>
              <a:cs typeface="OPPOSans H" pitchFamily="18" charset="-122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C52AF3A7-8E67-9F16-4C9C-58FCFE5635DE}"/>
              </a:ext>
            </a:extLst>
          </p:cNvPr>
          <p:cNvCxnSpPr>
            <a:cxnSpLocks/>
          </p:cNvCxnSpPr>
          <p:nvPr/>
        </p:nvCxnSpPr>
        <p:spPr>
          <a:xfrm>
            <a:off x="336000" y="724727"/>
            <a:ext cx="115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7379BB65-DB36-6D19-35F2-CAC36CE482C4}"/>
              </a:ext>
            </a:extLst>
          </p:cNvPr>
          <p:cNvSpPr/>
          <p:nvPr/>
        </p:nvSpPr>
        <p:spPr>
          <a:xfrm>
            <a:off x="340663" y="169610"/>
            <a:ext cx="1512000" cy="396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317500" dist="152400" dir="5400000" sx="90000" sy="9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OPPOSans R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68DCA3-3957-D827-6354-CE107D428186}"/>
              </a:ext>
            </a:extLst>
          </p:cNvPr>
          <p:cNvSpPr txBox="1"/>
          <p:nvPr/>
        </p:nvSpPr>
        <p:spPr>
          <a:xfrm>
            <a:off x="541666" y="298324"/>
            <a:ext cx="1109995" cy="138572"/>
          </a:xfrm>
          <a:custGeom>
            <a:avLst/>
            <a:gdLst>
              <a:gd name="connsiteX0" fmla="*/ 568487 w 1507141"/>
              <a:gd name="connsiteY0" fmla="*/ 37280 h 188151"/>
              <a:gd name="connsiteX1" fmla="*/ 560658 w 1507141"/>
              <a:gd name="connsiteY1" fmla="*/ 44876 h 188151"/>
              <a:gd name="connsiteX2" fmla="*/ 560658 w 1507141"/>
              <a:gd name="connsiteY2" fmla="*/ 44993 h 188151"/>
              <a:gd name="connsiteX3" fmla="*/ 560658 w 1507141"/>
              <a:gd name="connsiteY3" fmla="*/ 83208 h 188151"/>
              <a:gd name="connsiteX4" fmla="*/ 568370 w 1507141"/>
              <a:gd name="connsiteY4" fmla="*/ 90922 h 188151"/>
              <a:gd name="connsiteX5" fmla="*/ 568487 w 1507141"/>
              <a:gd name="connsiteY5" fmla="*/ 90920 h 188151"/>
              <a:gd name="connsiteX6" fmla="*/ 616284 w 1507141"/>
              <a:gd name="connsiteY6" fmla="*/ 90920 h 188151"/>
              <a:gd name="connsiteX7" fmla="*/ 644098 w 1507141"/>
              <a:gd name="connsiteY7" fmla="*/ 64977 h 188151"/>
              <a:gd name="connsiteX8" fmla="*/ 618289 w 1507141"/>
              <a:gd name="connsiteY8" fmla="*/ 37296 h 188151"/>
              <a:gd name="connsiteX9" fmla="*/ 617219 w 1507141"/>
              <a:gd name="connsiteY9" fmla="*/ 37280 h 188151"/>
              <a:gd name="connsiteX10" fmla="*/ 1415753 w 1507141"/>
              <a:gd name="connsiteY10" fmla="*/ 36113 h 188151"/>
              <a:gd name="connsiteX11" fmla="*/ 1415753 w 1507141"/>
              <a:gd name="connsiteY11" fmla="*/ 36230 h 188151"/>
              <a:gd name="connsiteX12" fmla="*/ 1355218 w 1507141"/>
              <a:gd name="connsiteY12" fmla="*/ 96530 h 188151"/>
              <a:gd name="connsiteX13" fmla="*/ 1415519 w 1507141"/>
              <a:gd name="connsiteY13" fmla="*/ 157065 h 188151"/>
              <a:gd name="connsiteX14" fmla="*/ 1476055 w 1507141"/>
              <a:gd name="connsiteY14" fmla="*/ 96763 h 188151"/>
              <a:gd name="connsiteX15" fmla="*/ 1476055 w 1507141"/>
              <a:gd name="connsiteY15" fmla="*/ 96646 h 188151"/>
              <a:gd name="connsiteX16" fmla="*/ 1415753 w 1507141"/>
              <a:gd name="connsiteY16" fmla="*/ 36113 h 188151"/>
              <a:gd name="connsiteX17" fmla="*/ 1026131 w 1507141"/>
              <a:gd name="connsiteY17" fmla="*/ 33069 h 188151"/>
              <a:gd name="connsiteX18" fmla="*/ 1025426 w 1507141"/>
              <a:gd name="connsiteY18" fmla="*/ 33074 h 188151"/>
              <a:gd name="connsiteX19" fmla="*/ 965594 w 1507141"/>
              <a:gd name="connsiteY19" fmla="*/ 94074 h 188151"/>
              <a:gd name="connsiteX20" fmla="*/ 1026596 w 1507141"/>
              <a:gd name="connsiteY20" fmla="*/ 153905 h 188151"/>
              <a:gd name="connsiteX21" fmla="*/ 1086429 w 1507141"/>
              <a:gd name="connsiteY21" fmla="*/ 93376 h 188151"/>
              <a:gd name="connsiteX22" fmla="*/ 1026131 w 1507141"/>
              <a:gd name="connsiteY22" fmla="*/ 33069 h 188151"/>
              <a:gd name="connsiteX23" fmla="*/ 246174 w 1507141"/>
              <a:gd name="connsiteY23" fmla="*/ 32839 h 188151"/>
              <a:gd name="connsiteX24" fmla="*/ 246174 w 1507141"/>
              <a:gd name="connsiteY24" fmla="*/ 33307 h 188151"/>
              <a:gd name="connsiteX25" fmla="*/ 185404 w 1507141"/>
              <a:gd name="connsiteY25" fmla="*/ 93842 h 188151"/>
              <a:gd name="connsiteX26" fmla="*/ 245940 w 1507141"/>
              <a:gd name="connsiteY26" fmla="*/ 154611 h 188151"/>
              <a:gd name="connsiteX27" fmla="*/ 306709 w 1507141"/>
              <a:gd name="connsiteY27" fmla="*/ 94074 h 188151"/>
              <a:gd name="connsiteX28" fmla="*/ 306709 w 1507141"/>
              <a:gd name="connsiteY28" fmla="*/ 93842 h 188151"/>
              <a:gd name="connsiteX29" fmla="*/ 246409 w 1507141"/>
              <a:gd name="connsiteY29" fmla="*/ 32839 h 188151"/>
              <a:gd name="connsiteX30" fmla="*/ 246174 w 1507141"/>
              <a:gd name="connsiteY30" fmla="*/ 32839 h 188151"/>
              <a:gd name="connsiteX31" fmla="*/ 537167 w 1507141"/>
              <a:gd name="connsiteY31" fmla="*/ 5610 h 188151"/>
              <a:gd name="connsiteX32" fmla="*/ 615933 w 1507141"/>
              <a:gd name="connsiteY32" fmla="*/ 5610 h 188151"/>
              <a:gd name="connsiteX33" fmla="*/ 657538 w 1507141"/>
              <a:gd name="connsiteY33" fmla="*/ 21971 h 188151"/>
              <a:gd name="connsiteX34" fmla="*/ 676002 w 1507141"/>
              <a:gd name="connsiteY34" fmla="*/ 62056 h 188151"/>
              <a:gd name="connsiteX35" fmla="*/ 648305 w 1507141"/>
              <a:gd name="connsiteY35" fmla="*/ 114059 h 188151"/>
              <a:gd name="connsiteX36" fmla="*/ 645501 w 1507141"/>
              <a:gd name="connsiteY36" fmla="*/ 123759 h 188151"/>
              <a:gd name="connsiteX37" fmla="*/ 668172 w 1507141"/>
              <a:gd name="connsiteY37" fmla="*/ 171323 h 188151"/>
              <a:gd name="connsiteX38" fmla="*/ 665552 w 1507141"/>
              <a:gd name="connsiteY38" fmla="*/ 181912 h 188151"/>
              <a:gd name="connsiteX39" fmla="*/ 661159 w 1507141"/>
              <a:gd name="connsiteY39" fmla="*/ 183010 h 188151"/>
              <a:gd name="connsiteX40" fmla="*/ 644448 w 1507141"/>
              <a:gd name="connsiteY40" fmla="*/ 181957 h 188151"/>
              <a:gd name="connsiteX41" fmla="*/ 637553 w 1507141"/>
              <a:gd name="connsiteY41" fmla="*/ 177517 h 188151"/>
              <a:gd name="connsiteX42" fmla="*/ 613362 w 1507141"/>
              <a:gd name="connsiteY42" fmla="*/ 126914 h 188151"/>
              <a:gd name="connsiteX43" fmla="*/ 606469 w 1507141"/>
              <a:gd name="connsiteY43" fmla="*/ 122591 h 188151"/>
              <a:gd name="connsiteX44" fmla="*/ 568487 w 1507141"/>
              <a:gd name="connsiteY44" fmla="*/ 122591 h 188151"/>
              <a:gd name="connsiteX45" fmla="*/ 560658 w 1507141"/>
              <a:gd name="connsiteY45" fmla="*/ 130187 h 188151"/>
              <a:gd name="connsiteX46" fmla="*/ 560658 w 1507141"/>
              <a:gd name="connsiteY46" fmla="*/ 130303 h 188151"/>
              <a:gd name="connsiteX47" fmla="*/ 560658 w 1507141"/>
              <a:gd name="connsiteY47" fmla="*/ 174128 h 188151"/>
              <a:gd name="connsiteX48" fmla="*/ 553062 w 1507141"/>
              <a:gd name="connsiteY48" fmla="*/ 181957 h 188151"/>
              <a:gd name="connsiteX49" fmla="*/ 552944 w 1507141"/>
              <a:gd name="connsiteY49" fmla="*/ 181957 h 188151"/>
              <a:gd name="connsiteX50" fmla="*/ 537167 w 1507141"/>
              <a:gd name="connsiteY50" fmla="*/ 181957 h 188151"/>
              <a:gd name="connsiteX51" fmla="*/ 529455 w 1507141"/>
              <a:gd name="connsiteY51" fmla="*/ 174128 h 188151"/>
              <a:gd name="connsiteX52" fmla="*/ 529455 w 1507141"/>
              <a:gd name="connsiteY52" fmla="*/ 13324 h 188151"/>
              <a:gd name="connsiteX53" fmla="*/ 537167 w 1507141"/>
              <a:gd name="connsiteY53" fmla="*/ 5610 h 188151"/>
              <a:gd name="connsiteX54" fmla="*/ 359883 w 1507141"/>
              <a:gd name="connsiteY54" fmla="*/ 5610 h 188151"/>
              <a:gd name="connsiteX55" fmla="*/ 376011 w 1507141"/>
              <a:gd name="connsiteY55" fmla="*/ 5610 h 188151"/>
              <a:gd name="connsiteX56" fmla="*/ 383725 w 1507141"/>
              <a:gd name="connsiteY56" fmla="*/ 13324 h 188151"/>
              <a:gd name="connsiteX57" fmla="*/ 383725 w 1507141"/>
              <a:gd name="connsiteY57" fmla="*/ 100504 h 188151"/>
              <a:gd name="connsiteX58" fmla="*/ 430583 w 1507141"/>
              <a:gd name="connsiteY58" fmla="*/ 152162 h 188151"/>
              <a:gd name="connsiteX59" fmla="*/ 482240 w 1507141"/>
              <a:gd name="connsiteY59" fmla="*/ 105303 h 188151"/>
              <a:gd name="connsiteX60" fmla="*/ 482240 w 1507141"/>
              <a:gd name="connsiteY60" fmla="*/ 100504 h 188151"/>
              <a:gd name="connsiteX61" fmla="*/ 482240 w 1507141"/>
              <a:gd name="connsiteY61" fmla="*/ 13324 h 188151"/>
              <a:gd name="connsiteX62" fmla="*/ 489954 w 1507141"/>
              <a:gd name="connsiteY62" fmla="*/ 5610 h 188151"/>
              <a:gd name="connsiteX63" fmla="*/ 506080 w 1507141"/>
              <a:gd name="connsiteY63" fmla="*/ 5610 h 188151"/>
              <a:gd name="connsiteX64" fmla="*/ 513795 w 1507141"/>
              <a:gd name="connsiteY64" fmla="*/ 13324 h 188151"/>
              <a:gd name="connsiteX65" fmla="*/ 513795 w 1507141"/>
              <a:gd name="connsiteY65" fmla="*/ 101088 h 188151"/>
              <a:gd name="connsiteX66" fmla="*/ 433157 w 1507141"/>
              <a:gd name="connsiteY66" fmla="*/ 181957 h 188151"/>
              <a:gd name="connsiteX67" fmla="*/ 433040 w 1507141"/>
              <a:gd name="connsiteY67" fmla="*/ 181957 h 188151"/>
              <a:gd name="connsiteX68" fmla="*/ 352171 w 1507141"/>
              <a:gd name="connsiteY68" fmla="*/ 101088 h 188151"/>
              <a:gd name="connsiteX69" fmla="*/ 352171 w 1507141"/>
              <a:gd name="connsiteY69" fmla="*/ 13324 h 188151"/>
              <a:gd name="connsiteX70" fmla="*/ 359883 w 1507141"/>
              <a:gd name="connsiteY70" fmla="*/ 5610 h 188151"/>
              <a:gd name="connsiteX71" fmla="*/ 141114 w 1507141"/>
              <a:gd name="connsiteY71" fmla="*/ 5610 h 188151"/>
              <a:gd name="connsiteX72" fmla="*/ 156306 w 1507141"/>
              <a:gd name="connsiteY72" fmla="*/ 5610 h 188151"/>
              <a:gd name="connsiteX73" fmla="*/ 163598 w 1507141"/>
              <a:gd name="connsiteY73" fmla="*/ 13722 h 188151"/>
              <a:gd name="connsiteX74" fmla="*/ 162500 w 1507141"/>
              <a:gd name="connsiteY74" fmla="*/ 17296 h 188151"/>
              <a:gd name="connsiteX75" fmla="*/ 99626 w 1507141"/>
              <a:gd name="connsiteY75" fmla="*/ 104244 h 188151"/>
              <a:gd name="connsiteX76" fmla="*/ 97523 w 1507141"/>
              <a:gd name="connsiteY76" fmla="*/ 110903 h 188151"/>
              <a:gd name="connsiteX77" fmla="*/ 97523 w 1507141"/>
              <a:gd name="connsiteY77" fmla="*/ 174245 h 188151"/>
              <a:gd name="connsiteX78" fmla="*/ 89810 w 1507141"/>
              <a:gd name="connsiteY78" fmla="*/ 181957 h 188151"/>
              <a:gd name="connsiteX79" fmla="*/ 73566 w 1507141"/>
              <a:gd name="connsiteY79" fmla="*/ 181957 h 188151"/>
              <a:gd name="connsiteX80" fmla="*/ 65853 w 1507141"/>
              <a:gd name="connsiteY80" fmla="*/ 174245 h 188151"/>
              <a:gd name="connsiteX81" fmla="*/ 65853 w 1507141"/>
              <a:gd name="connsiteY81" fmla="*/ 110903 h 188151"/>
              <a:gd name="connsiteX82" fmla="*/ 63749 w 1507141"/>
              <a:gd name="connsiteY82" fmla="*/ 104244 h 188151"/>
              <a:gd name="connsiteX83" fmla="*/ 1110 w 1507141"/>
              <a:gd name="connsiteY83" fmla="*/ 17880 h 188151"/>
              <a:gd name="connsiteX84" fmla="*/ 3730 w 1507141"/>
              <a:gd name="connsiteY84" fmla="*/ 7292 h 188151"/>
              <a:gd name="connsiteX85" fmla="*/ 7304 w 1507141"/>
              <a:gd name="connsiteY85" fmla="*/ 6194 h 188151"/>
              <a:gd name="connsiteX86" fmla="*/ 22964 w 1507141"/>
              <a:gd name="connsiteY86" fmla="*/ 6194 h 188151"/>
              <a:gd name="connsiteX87" fmla="*/ 28807 w 1507141"/>
              <a:gd name="connsiteY87" fmla="*/ 8882 h 188151"/>
              <a:gd name="connsiteX88" fmla="*/ 75552 w 1507141"/>
              <a:gd name="connsiteY88" fmla="*/ 74910 h 188151"/>
              <a:gd name="connsiteX89" fmla="*/ 81863 w 1507141"/>
              <a:gd name="connsiteY89" fmla="*/ 78065 h 188151"/>
              <a:gd name="connsiteX90" fmla="*/ 88057 w 1507141"/>
              <a:gd name="connsiteY90" fmla="*/ 74910 h 188151"/>
              <a:gd name="connsiteX91" fmla="*/ 134803 w 1507141"/>
              <a:gd name="connsiteY91" fmla="*/ 8882 h 188151"/>
              <a:gd name="connsiteX92" fmla="*/ 141114 w 1507141"/>
              <a:gd name="connsiteY92" fmla="*/ 5610 h 188151"/>
              <a:gd name="connsiteX93" fmla="*/ 1415286 w 1507141"/>
              <a:gd name="connsiteY93" fmla="*/ 4910 h 188151"/>
              <a:gd name="connsiteX94" fmla="*/ 1507141 w 1507141"/>
              <a:gd name="connsiteY94" fmla="*/ 96297 h 188151"/>
              <a:gd name="connsiteX95" fmla="*/ 1507141 w 1507141"/>
              <a:gd name="connsiteY95" fmla="*/ 96530 h 188151"/>
              <a:gd name="connsiteX96" fmla="*/ 1415753 w 1507141"/>
              <a:gd name="connsiteY96" fmla="*/ 188151 h 188151"/>
              <a:gd name="connsiteX97" fmla="*/ 1323898 w 1507141"/>
              <a:gd name="connsiteY97" fmla="*/ 96765 h 188151"/>
              <a:gd name="connsiteX98" fmla="*/ 1415286 w 1507141"/>
              <a:gd name="connsiteY98" fmla="*/ 4910 h 188151"/>
              <a:gd name="connsiteX99" fmla="*/ 792047 w 1507141"/>
              <a:gd name="connsiteY99" fmla="*/ 4091 h 188151"/>
              <a:gd name="connsiteX100" fmla="*/ 808875 w 1507141"/>
              <a:gd name="connsiteY100" fmla="*/ 4091 h 188151"/>
              <a:gd name="connsiteX101" fmla="*/ 816589 w 1507141"/>
              <a:gd name="connsiteY101" fmla="*/ 11805 h 188151"/>
              <a:gd name="connsiteX102" fmla="*/ 816589 w 1507141"/>
              <a:gd name="connsiteY102" fmla="*/ 144443 h 188151"/>
              <a:gd name="connsiteX103" fmla="*/ 824301 w 1507141"/>
              <a:gd name="connsiteY103" fmla="*/ 152157 h 188151"/>
              <a:gd name="connsiteX104" fmla="*/ 919780 w 1507141"/>
              <a:gd name="connsiteY104" fmla="*/ 152157 h 188151"/>
              <a:gd name="connsiteX105" fmla="*/ 927494 w 1507141"/>
              <a:gd name="connsiteY105" fmla="*/ 159870 h 188151"/>
              <a:gd name="connsiteX106" fmla="*/ 927494 w 1507141"/>
              <a:gd name="connsiteY106" fmla="*/ 175413 h 188151"/>
              <a:gd name="connsiteX107" fmla="*/ 920015 w 1507141"/>
              <a:gd name="connsiteY107" fmla="*/ 183125 h 188151"/>
              <a:gd name="connsiteX108" fmla="*/ 919780 w 1507141"/>
              <a:gd name="connsiteY108" fmla="*/ 183125 h 188151"/>
              <a:gd name="connsiteX109" fmla="*/ 792047 w 1507141"/>
              <a:gd name="connsiteY109" fmla="*/ 183125 h 188151"/>
              <a:gd name="connsiteX110" fmla="*/ 784335 w 1507141"/>
              <a:gd name="connsiteY110" fmla="*/ 175648 h 188151"/>
              <a:gd name="connsiteX111" fmla="*/ 784335 w 1507141"/>
              <a:gd name="connsiteY111" fmla="*/ 175413 h 188151"/>
              <a:gd name="connsiteX112" fmla="*/ 784335 w 1507141"/>
              <a:gd name="connsiteY112" fmla="*/ 11805 h 188151"/>
              <a:gd name="connsiteX113" fmla="*/ 792047 w 1507141"/>
              <a:gd name="connsiteY113" fmla="*/ 4091 h 188151"/>
              <a:gd name="connsiteX114" fmla="*/ 1025426 w 1507141"/>
              <a:gd name="connsiteY114" fmla="*/ 1754 h 188151"/>
              <a:gd name="connsiteX115" fmla="*/ 1117048 w 1507141"/>
              <a:gd name="connsiteY115" fmla="*/ 93376 h 188151"/>
              <a:gd name="connsiteX116" fmla="*/ 1025426 w 1507141"/>
              <a:gd name="connsiteY116" fmla="*/ 184996 h 188151"/>
              <a:gd name="connsiteX117" fmla="*/ 933805 w 1507141"/>
              <a:gd name="connsiteY117" fmla="*/ 93376 h 188151"/>
              <a:gd name="connsiteX118" fmla="*/ 1025426 w 1507141"/>
              <a:gd name="connsiteY118" fmla="*/ 1754 h 188151"/>
              <a:gd name="connsiteX119" fmla="*/ 247109 w 1507141"/>
              <a:gd name="connsiteY119" fmla="*/ 1522 h 188151"/>
              <a:gd name="connsiteX120" fmla="*/ 338497 w 1507141"/>
              <a:gd name="connsiteY120" fmla="*/ 93374 h 188151"/>
              <a:gd name="connsiteX121" fmla="*/ 246643 w 1507141"/>
              <a:gd name="connsiteY121" fmla="*/ 185230 h 188151"/>
              <a:gd name="connsiteX122" fmla="*/ 246174 w 1507141"/>
              <a:gd name="connsiteY122" fmla="*/ 185228 h 188151"/>
              <a:gd name="connsiteX123" fmla="*/ 154788 w 1507141"/>
              <a:gd name="connsiteY123" fmla="*/ 92908 h 188151"/>
              <a:gd name="connsiteX124" fmla="*/ 247109 w 1507141"/>
              <a:gd name="connsiteY124" fmla="*/ 1522 h 188151"/>
              <a:gd name="connsiteX125" fmla="*/ 1224681 w 1507141"/>
              <a:gd name="connsiteY125" fmla="*/ 1 h 188151"/>
              <a:gd name="connsiteX126" fmla="*/ 1253557 w 1507141"/>
              <a:gd name="connsiteY126" fmla="*/ 4696 h 188151"/>
              <a:gd name="connsiteX127" fmla="*/ 1279492 w 1507141"/>
              <a:gd name="connsiteY127" fmla="*/ 18231 h 188151"/>
              <a:gd name="connsiteX128" fmla="*/ 1292462 w 1507141"/>
              <a:gd name="connsiteY128" fmla="*/ 29917 h 188151"/>
              <a:gd name="connsiteX129" fmla="*/ 1292700 w 1507141"/>
              <a:gd name="connsiteY129" fmla="*/ 30251 h 188151"/>
              <a:gd name="connsiteX130" fmla="*/ 1290593 w 1507141"/>
              <a:gd name="connsiteY130" fmla="*/ 40787 h 188151"/>
              <a:gd name="connsiteX131" fmla="*/ 1277504 w 1507141"/>
              <a:gd name="connsiteY131" fmla="*/ 49902 h 188151"/>
              <a:gd name="connsiteX132" fmla="*/ 1267687 w 1507141"/>
              <a:gd name="connsiteY132" fmla="*/ 49083 h 188151"/>
              <a:gd name="connsiteX133" fmla="*/ 1264182 w 1507141"/>
              <a:gd name="connsiteY133" fmla="*/ 45811 h 188151"/>
              <a:gd name="connsiteX134" fmla="*/ 1263481 w 1507141"/>
              <a:gd name="connsiteY134" fmla="*/ 45110 h 188151"/>
              <a:gd name="connsiteX135" fmla="*/ 1224914 w 1507141"/>
              <a:gd name="connsiteY135" fmla="*/ 31204 h 188151"/>
              <a:gd name="connsiteX136" fmla="*/ 1222344 w 1507141"/>
              <a:gd name="connsiteY136" fmla="*/ 31204 h 188151"/>
              <a:gd name="connsiteX137" fmla="*/ 1218138 w 1507141"/>
              <a:gd name="connsiteY137" fmla="*/ 31204 h 188151"/>
              <a:gd name="connsiteX138" fmla="*/ 1207385 w 1507141"/>
              <a:gd name="connsiteY138" fmla="*/ 33424 h 188151"/>
              <a:gd name="connsiteX139" fmla="*/ 1165686 w 1507141"/>
              <a:gd name="connsiteY139" fmla="*/ 78148 h 188151"/>
              <a:gd name="connsiteX140" fmla="*/ 1211476 w 1507141"/>
              <a:gd name="connsiteY140" fmla="*/ 150288 h 188151"/>
              <a:gd name="connsiteX141" fmla="*/ 1216384 w 1507141"/>
              <a:gd name="connsiteY141" fmla="*/ 151222 h 188151"/>
              <a:gd name="connsiteX142" fmla="*/ 1217904 w 1507141"/>
              <a:gd name="connsiteY142" fmla="*/ 151222 h 188151"/>
              <a:gd name="connsiteX143" fmla="*/ 1229590 w 1507141"/>
              <a:gd name="connsiteY143" fmla="*/ 151222 h 188151"/>
              <a:gd name="connsiteX144" fmla="*/ 1238588 w 1507141"/>
              <a:gd name="connsiteY144" fmla="*/ 149937 h 188151"/>
              <a:gd name="connsiteX145" fmla="*/ 1240224 w 1507141"/>
              <a:gd name="connsiteY145" fmla="*/ 149937 h 188151"/>
              <a:gd name="connsiteX146" fmla="*/ 1241861 w 1507141"/>
              <a:gd name="connsiteY146" fmla="*/ 149937 h 188151"/>
              <a:gd name="connsiteX147" fmla="*/ 1248756 w 1507141"/>
              <a:gd name="connsiteY147" fmla="*/ 147482 h 188151"/>
              <a:gd name="connsiteX148" fmla="*/ 1250158 w 1507141"/>
              <a:gd name="connsiteY148" fmla="*/ 147482 h 188151"/>
              <a:gd name="connsiteX149" fmla="*/ 1251444 w 1507141"/>
              <a:gd name="connsiteY149" fmla="*/ 146899 h 188151"/>
              <a:gd name="connsiteX150" fmla="*/ 1252845 w 1507141"/>
              <a:gd name="connsiteY150" fmla="*/ 146197 h 188151"/>
              <a:gd name="connsiteX151" fmla="*/ 1256001 w 1507141"/>
              <a:gd name="connsiteY151" fmla="*/ 144560 h 188151"/>
              <a:gd name="connsiteX152" fmla="*/ 1256936 w 1507141"/>
              <a:gd name="connsiteY152" fmla="*/ 144560 h 188151"/>
              <a:gd name="connsiteX153" fmla="*/ 1277621 w 1507141"/>
              <a:gd name="connsiteY153" fmla="*/ 118500 h 188151"/>
              <a:gd name="connsiteX154" fmla="*/ 1276453 w 1507141"/>
              <a:gd name="connsiteY154" fmla="*/ 112307 h 188151"/>
              <a:gd name="connsiteX155" fmla="*/ 1271427 w 1507141"/>
              <a:gd name="connsiteY155" fmla="*/ 110203 h 188151"/>
              <a:gd name="connsiteX156" fmla="*/ 1237653 w 1507141"/>
              <a:gd name="connsiteY156" fmla="*/ 110203 h 188151"/>
              <a:gd name="connsiteX157" fmla="*/ 1229941 w 1507141"/>
              <a:gd name="connsiteY157" fmla="*/ 102490 h 188151"/>
              <a:gd name="connsiteX158" fmla="*/ 1229941 w 1507141"/>
              <a:gd name="connsiteY158" fmla="*/ 86714 h 188151"/>
              <a:gd name="connsiteX159" fmla="*/ 1237653 w 1507141"/>
              <a:gd name="connsiteY159" fmla="*/ 79000 h 188151"/>
              <a:gd name="connsiteX160" fmla="*/ 1307772 w 1507141"/>
              <a:gd name="connsiteY160" fmla="*/ 79000 h 188151"/>
              <a:gd name="connsiteX161" fmla="*/ 1308473 w 1507141"/>
              <a:gd name="connsiteY161" fmla="*/ 79000 h 188151"/>
              <a:gd name="connsiteX162" fmla="*/ 1312606 w 1507141"/>
              <a:gd name="connsiteY162" fmla="*/ 80432 h 188151"/>
              <a:gd name="connsiteX163" fmla="*/ 1314316 w 1507141"/>
              <a:gd name="connsiteY163" fmla="*/ 91037 h 188151"/>
              <a:gd name="connsiteX164" fmla="*/ 1314316 w 1507141"/>
              <a:gd name="connsiteY164" fmla="*/ 98868 h 188151"/>
              <a:gd name="connsiteX165" fmla="*/ 1283581 w 1507141"/>
              <a:gd name="connsiteY165" fmla="*/ 167233 h 188151"/>
              <a:gd name="connsiteX166" fmla="*/ 1280659 w 1507141"/>
              <a:gd name="connsiteY166" fmla="*/ 169686 h 188151"/>
              <a:gd name="connsiteX167" fmla="*/ 1279141 w 1507141"/>
              <a:gd name="connsiteY167" fmla="*/ 170973 h 188151"/>
              <a:gd name="connsiteX168" fmla="*/ 1276219 w 1507141"/>
              <a:gd name="connsiteY168" fmla="*/ 173076 h 188151"/>
              <a:gd name="connsiteX169" fmla="*/ 1274699 w 1507141"/>
              <a:gd name="connsiteY169" fmla="*/ 174128 h 188151"/>
              <a:gd name="connsiteX170" fmla="*/ 1271778 w 1507141"/>
              <a:gd name="connsiteY170" fmla="*/ 175997 h 188151"/>
              <a:gd name="connsiteX171" fmla="*/ 1271193 w 1507141"/>
              <a:gd name="connsiteY171" fmla="*/ 175997 h 188151"/>
              <a:gd name="connsiteX172" fmla="*/ 1269675 w 1507141"/>
              <a:gd name="connsiteY172" fmla="*/ 176933 h 188151"/>
              <a:gd name="connsiteX173" fmla="*/ 1266636 w 1507141"/>
              <a:gd name="connsiteY173" fmla="*/ 178685 h 188151"/>
              <a:gd name="connsiteX174" fmla="*/ 1265935 w 1507141"/>
              <a:gd name="connsiteY174" fmla="*/ 178685 h 188151"/>
              <a:gd name="connsiteX175" fmla="*/ 1261027 w 1507141"/>
              <a:gd name="connsiteY175" fmla="*/ 181022 h 188151"/>
              <a:gd name="connsiteX176" fmla="*/ 1260208 w 1507141"/>
              <a:gd name="connsiteY176" fmla="*/ 181022 h 188151"/>
              <a:gd name="connsiteX177" fmla="*/ 1257053 w 1507141"/>
              <a:gd name="connsiteY177" fmla="*/ 182191 h 188151"/>
              <a:gd name="connsiteX178" fmla="*/ 1255533 w 1507141"/>
              <a:gd name="connsiteY178" fmla="*/ 182191 h 188151"/>
              <a:gd name="connsiteX179" fmla="*/ 1254599 w 1507141"/>
              <a:gd name="connsiteY179" fmla="*/ 182191 h 188151"/>
              <a:gd name="connsiteX180" fmla="*/ 1252029 w 1507141"/>
              <a:gd name="connsiteY180" fmla="*/ 183127 h 188151"/>
              <a:gd name="connsiteX181" fmla="*/ 1250976 w 1507141"/>
              <a:gd name="connsiteY181" fmla="*/ 183127 h 188151"/>
              <a:gd name="connsiteX182" fmla="*/ 1249456 w 1507141"/>
              <a:gd name="connsiteY182" fmla="*/ 183127 h 188151"/>
              <a:gd name="connsiteX183" fmla="*/ 1248405 w 1507141"/>
              <a:gd name="connsiteY183" fmla="*/ 183127 h 188151"/>
              <a:gd name="connsiteX184" fmla="*/ 1245952 w 1507141"/>
              <a:gd name="connsiteY184" fmla="*/ 183127 h 188151"/>
              <a:gd name="connsiteX185" fmla="*/ 1244782 w 1507141"/>
              <a:gd name="connsiteY185" fmla="*/ 183127 h 188151"/>
              <a:gd name="connsiteX186" fmla="*/ 1243379 w 1507141"/>
              <a:gd name="connsiteY186" fmla="*/ 183127 h 188151"/>
              <a:gd name="connsiteX187" fmla="*/ 1242095 w 1507141"/>
              <a:gd name="connsiteY187" fmla="*/ 183127 h 188151"/>
              <a:gd name="connsiteX188" fmla="*/ 1239758 w 1507141"/>
              <a:gd name="connsiteY188" fmla="*/ 183127 h 188151"/>
              <a:gd name="connsiteX189" fmla="*/ 1238471 w 1507141"/>
              <a:gd name="connsiteY189" fmla="*/ 183127 h 188151"/>
              <a:gd name="connsiteX190" fmla="*/ 1237068 w 1507141"/>
              <a:gd name="connsiteY190" fmla="*/ 183127 h 188151"/>
              <a:gd name="connsiteX191" fmla="*/ 1235550 w 1507141"/>
              <a:gd name="connsiteY191" fmla="*/ 183127 h 188151"/>
              <a:gd name="connsiteX192" fmla="*/ 1233447 w 1507141"/>
              <a:gd name="connsiteY192" fmla="*/ 183127 h 188151"/>
              <a:gd name="connsiteX193" fmla="*/ 1224682 w 1507141"/>
              <a:gd name="connsiteY193" fmla="*/ 183127 h 188151"/>
              <a:gd name="connsiteX194" fmla="*/ 1218138 w 1507141"/>
              <a:gd name="connsiteY194" fmla="*/ 183127 h 188151"/>
              <a:gd name="connsiteX195" fmla="*/ 1129846 w 1507141"/>
              <a:gd name="connsiteY195" fmla="*/ 88292 h 188151"/>
              <a:gd name="connsiteX196" fmla="*/ 1188784 w 1507141"/>
              <a:gd name="connsiteY196" fmla="*/ 5923 h 188151"/>
              <a:gd name="connsiteX197" fmla="*/ 1224681 w 1507141"/>
              <a:gd name="connsiteY197" fmla="*/ 0 h 188151"/>
              <a:gd name="connsiteX198" fmla="*/ 1224682 w 1507141"/>
              <a:gd name="connsiteY198" fmla="*/ 0 h 188151"/>
              <a:gd name="connsiteX199" fmla="*/ 1224681 w 1507141"/>
              <a:gd name="connsiteY199" fmla="*/ 1 h 18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1507141" h="188151">
                <a:moveTo>
                  <a:pt x="568487" y="37280"/>
                </a:moveTo>
                <a:cubicBezTo>
                  <a:pt x="564228" y="37216"/>
                  <a:pt x="560722" y="40616"/>
                  <a:pt x="560658" y="44876"/>
                </a:cubicBezTo>
                <a:cubicBezTo>
                  <a:pt x="560658" y="44915"/>
                  <a:pt x="560658" y="44954"/>
                  <a:pt x="560658" y="44993"/>
                </a:cubicBezTo>
                <a:lnTo>
                  <a:pt x="560658" y="83208"/>
                </a:lnTo>
                <a:cubicBezTo>
                  <a:pt x="560656" y="87467"/>
                  <a:pt x="564110" y="90920"/>
                  <a:pt x="568370" y="90922"/>
                </a:cubicBezTo>
                <a:cubicBezTo>
                  <a:pt x="568409" y="90922"/>
                  <a:pt x="568448" y="90920"/>
                  <a:pt x="568487" y="90920"/>
                </a:cubicBezTo>
                <a:lnTo>
                  <a:pt x="616284" y="90920"/>
                </a:lnTo>
                <a:cubicBezTo>
                  <a:pt x="630990" y="91071"/>
                  <a:pt x="643227" y="79656"/>
                  <a:pt x="644098" y="64977"/>
                </a:cubicBezTo>
                <a:cubicBezTo>
                  <a:pt x="644615" y="50205"/>
                  <a:pt x="633059" y="37813"/>
                  <a:pt x="618289" y="37296"/>
                </a:cubicBezTo>
                <a:cubicBezTo>
                  <a:pt x="617931" y="37284"/>
                  <a:pt x="617575" y="37279"/>
                  <a:pt x="617219" y="37280"/>
                </a:cubicBezTo>
                <a:close/>
                <a:moveTo>
                  <a:pt x="1415753" y="36113"/>
                </a:moveTo>
                <a:lnTo>
                  <a:pt x="1415753" y="36230"/>
                </a:lnTo>
                <a:cubicBezTo>
                  <a:pt x="1382385" y="36164"/>
                  <a:pt x="1355282" y="63162"/>
                  <a:pt x="1355218" y="96530"/>
                </a:cubicBezTo>
                <a:cubicBezTo>
                  <a:pt x="1355153" y="129898"/>
                  <a:pt x="1382151" y="157001"/>
                  <a:pt x="1415519" y="157065"/>
                </a:cubicBezTo>
                <a:cubicBezTo>
                  <a:pt x="1448888" y="157129"/>
                  <a:pt x="1475991" y="130132"/>
                  <a:pt x="1476055" y="96763"/>
                </a:cubicBezTo>
                <a:cubicBezTo>
                  <a:pt x="1476055" y="96725"/>
                  <a:pt x="1476055" y="96686"/>
                  <a:pt x="1476055" y="96646"/>
                </a:cubicBezTo>
                <a:cubicBezTo>
                  <a:pt x="1476055" y="63306"/>
                  <a:pt x="1449095" y="36242"/>
                  <a:pt x="1415753" y="36113"/>
                </a:cubicBezTo>
                <a:close/>
                <a:moveTo>
                  <a:pt x="1026131" y="33069"/>
                </a:moveTo>
                <a:cubicBezTo>
                  <a:pt x="1025896" y="33069"/>
                  <a:pt x="1025662" y="33071"/>
                  <a:pt x="1025426" y="33074"/>
                </a:cubicBezTo>
                <a:cubicBezTo>
                  <a:pt x="992059" y="33396"/>
                  <a:pt x="965272" y="60707"/>
                  <a:pt x="965594" y="94074"/>
                </a:cubicBezTo>
                <a:cubicBezTo>
                  <a:pt x="965918" y="127440"/>
                  <a:pt x="993229" y="154228"/>
                  <a:pt x="1026596" y="153905"/>
                </a:cubicBezTo>
                <a:cubicBezTo>
                  <a:pt x="1059778" y="153584"/>
                  <a:pt x="1086492" y="126560"/>
                  <a:pt x="1086429" y="93376"/>
                </a:cubicBezTo>
                <a:cubicBezTo>
                  <a:pt x="1086431" y="60071"/>
                  <a:pt x="1059436" y="33073"/>
                  <a:pt x="1026131" y="33069"/>
                </a:cubicBezTo>
                <a:close/>
                <a:moveTo>
                  <a:pt x="246174" y="32839"/>
                </a:moveTo>
                <a:lnTo>
                  <a:pt x="246174" y="33307"/>
                </a:lnTo>
                <a:cubicBezTo>
                  <a:pt x="212676" y="33242"/>
                  <a:pt x="185469" y="60344"/>
                  <a:pt x="185404" y="93842"/>
                </a:cubicBezTo>
                <a:cubicBezTo>
                  <a:pt x="185340" y="127340"/>
                  <a:pt x="212442" y="154545"/>
                  <a:pt x="245940" y="154611"/>
                </a:cubicBezTo>
                <a:cubicBezTo>
                  <a:pt x="279438" y="154675"/>
                  <a:pt x="306645" y="127572"/>
                  <a:pt x="306709" y="94074"/>
                </a:cubicBezTo>
                <a:cubicBezTo>
                  <a:pt x="306709" y="93998"/>
                  <a:pt x="306709" y="93920"/>
                  <a:pt x="306709" y="93842"/>
                </a:cubicBezTo>
                <a:cubicBezTo>
                  <a:pt x="306904" y="60344"/>
                  <a:pt x="279905" y="33034"/>
                  <a:pt x="246409" y="32839"/>
                </a:cubicBezTo>
                <a:cubicBezTo>
                  <a:pt x="246331" y="32839"/>
                  <a:pt x="246252" y="32839"/>
                  <a:pt x="246174" y="32839"/>
                </a:cubicBezTo>
                <a:close/>
                <a:moveTo>
                  <a:pt x="537167" y="5610"/>
                </a:moveTo>
                <a:lnTo>
                  <a:pt x="615933" y="5610"/>
                </a:lnTo>
                <a:cubicBezTo>
                  <a:pt x="631375" y="5591"/>
                  <a:pt x="646246" y="11439"/>
                  <a:pt x="657538" y="21971"/>
                </a:cubicBezTo>
                <a:cubicBezTo>
                  <a:pt x="668790" y="32336"/>
                  <a:pt x="675437" y="46767"/>
                  <a:pt x="676002" y="62056"/>
                </a:cubicBezTo>
                <a:cubicBezTo>
                  <a:pt x="676825" y="83117"/>
                  <a:pt x="666241" y="102990"/>
                  <a:pt x="648305" y="114059"/>
                </a:cubicBezTo>
                <a:cubicBezTo>
                  <a:pt x="644999" y="116079"/>
                  <a:pt x="643782" y="120288"/>
                  <a:pt x="645501" y="123759"/>
                </a:cubicBezTo>
                <a:lnTo>
                  <a:pt x="668172" y="171323"/>
                </a:lnTo>
                <a:cubicBezTo>
                  <a:pt x="670373" y="174970"/>
                  <a:pt x="669199" y="179710"/>
                  <a:pt x="665552" y="181912"/>
                </a:cubicBezTo>
                <a:cubicBezTo>
                  <a:pt x="664230" y="182708"/>
                  <a:pt x="662702" y="183091"/>
                  <a:pt x="661159" y="183010"/>
                </a:cubicBezTo>
                <a:lnTo>
                  <a:pt x="644448" y="181957"/>
                </a:lnTo>
                <a:cubicBezTo>
                  <a:pt x="641488" y="181923"/>
                  <a:pt x="638809" y="180197"/>
                  <a:pt x="637553" y="177517"/>
                </a:cubicBezTo>
                <a:lnTo>
                  <a:pt x="613362" y="126914"/>
                </a:lnTo>
                <a:cubicBezTo>
                  <a:pt x="612097" y="124260"/>
                  <a:pt x="609410" y="122576"/>
                  <a:pt x="606469" y="122591"/>
                </a:cubicBezTo>
                <a:lnTo>
                  <a:pt x="568487" y="122591"/>
                </a:lnTo>
                <a:cubicBezTo>
                  <a:pt x="564228" y="122525"/>
                  <a:pt x="560722" y="125926"/>
                  <a:pt x="560658" y="130187"/>
                </a:cubicBezTo>
                <a:cubicBezTo>
                  <a:pt x="560658" y="130225"/>
                  <a:pt x="560658" y="130265"/>
                  <a:pt x="560658" y="130303"/>
                </a:cubicBezTo>
                <a:lnTo>
                  <a:pt x="560658" y="174128"/>
                </a:lnTo>
                <a:cubicBezTo>
                  <a:pt x="560722" y="178387"/>
                  <a:pt x="557321" y="181891"/>
                  <a:pt x="553062" y="181957"/>
                </a:cubicBezTo>
                <a:cubicBezTo>
                  <a:pt x="553023" y="181957"/>
                  <a:pt x="552983" y="181957"/>
                  <a:pt x="552944" y="181957"/>
                </a:cubicBezTo>
                <a:lnTo>
                  <a:pt x="537167" y="181957"/>
                </a:lnTo>
                <a:cubicBezTo>
                  <a:pt x="532889" y="181893"/>
                  <a:pt x="529455" y="178407"/>
                  <a:pt x="529455" y="174128"/>
                </a:cubicBezTo>
                <a:lnTo>
                  <a:pt x="529455" y="13324"/>
                </a:lnTo>
                <a:cubicBezTo>
                  <a:pt x="529517" y="9089"/>
                  <a:pt x="532933" y="5672"/>
                  <a:pt x="537167" y="5610"/>
                </a:cubicBezTo>
                <a:close/>
                <a:moveTo>
                  <a:pt x="359883" y="5610"/>
                </a:moveTo>
                <a:lnTo>
                  <a:pt x="376011" y="5610"/>
                </a:lnTo>
                <a:cubicBezTo>
                  <a:pt x="380271" y="5610"/>
                  <a:pt x="383725" y="9063"/>
                  <a:pt x="383725" y="13324"/>
                </a:cubicBezTo>
                <a:lnTo>
                  <a:pt x="383725" y="100504"/>
                </a:lnTo>
                <a:cubicBezTo>
                  <a:pt x="382398" y="127707"/>
                  <a:pt x="403378" y="150835"/>
                  <a:pt x="430583" y="152162"/>
                </a:cubicBezTo>
                <a:cubicBezTo>
                  <a:pt x="457787" y="153488"/>
                  <a:pt x="480915" y="132508"/>
                  <a:pt x="482240" y="105303"/>
                </a:cubicBezTo>
                <a:cubicBezTo>
                  <a:pt x="482318" y="103705"/>
                  <a:pt x="482318" y="102103"/>
                  <a:pt x="482240" y="100504"/>
                </a:cubicBezTo>
                <a:lnTo>
                  <a:pt x="482240" y="13324"/>
                </a:lnTo>
                <a:cubicBezTo>
                  <a:pt x="482303" y="9089"/>
                  <a:pt x="485721" y="5672"/>
                  <a:pt x="489954" y="5610"/>
                </a:cubicBezTo>
                <a:lnTo>
                  <a:pt x="506080" y="5610"/>
                </a:lnTo>
                <a:cubicBezTo>
                  <a:pt x="510341" y="5610"/>
                  <a:pt x="513795" y="9063"/>
                  <a:pt x="513795" y="13324"/>
                </a:cubicBezTo>
                <a:lnTo>
                  <a:pt x="513795" y="101088"/>
                </a:lnTo>
                <a:cubicBezTo>
                  <a:pt x="513859" y="145686"/>
                  <a:pt x="477756" y="181893"/>
                  <a:pt x="433157" y="181957"/>
                </a:cubicBezTo>
                <a:cubicBezTo>
                  <a:pt x="433118" y="181957"/>
                  <a:pt x="433079" y="181957"/>
                  <a:pt x="433040" y="181957"/>
                </a:cubicBezTo>
                <a:cubicBezTo>
                  <a:pt x="388378" y="181957"/>
                  <a:pt x="352171" y="145752"/>
                  <a:pt x="352171" y="101088"/>
                </a:cubicBezTo>
                <a:lnTo>
                  <a:pt x="352171" y="13324"/>
                </a:lnTo>
                <a:cubicBezTo>
                  <a:pt x="352171" y="9063"/>
                  <a:pt x="355625" y="5610"/>
                  <a:pt x="359883" y="5610"/>
                </a:cubicBezTo>
                <a:close/>
                <a:moveTo>
                  <a:pt x="141114" y="5610"/>
                </a:moveTo>
                <a:lnTo>
                  <a:pt x="156306" y="5610"/>
                </a:lnTo>
                <a:cubicBezTo>
                  <a:pt x="160559" y="5837"/>
                  <a:pt x="163823" y="9468"/>
                  <a:pt x="163598" y="13722"/>
                </a:cubicBezTo>
                <a:cubicBezTo>
                  <a:pt x="163530" y="14986"/>
                  <a:pt x="163152" y="16213"/>
                  <a:pt x="162500" y="17296"/>
                </a:cubicBezTo>
                <a:lnTo>
                  <a:pt x="99626" y="104244"/>
                </a:lnTo>
                <a:cubicBezTo>
                  <a:pt x="98219" y="106175"/>
                  <a:pt x="97480" y="108514"/>
                  <a:pt x="97523" y="110903"/>
                </a:cubicBezTo>
                <a:lnTo>
                  <a:pt x="97523" y="174245"/>
                </a:lnTo>
                <a:cubicBezTo>
                  <a:pt x="97460" y="178478"/>
                  <a:pt x="94044" y="181895"/>
                  <a:pt x="89810" y="181957"/>
                </a:cubicBezTo>
                <a:lnTo>
                  <a:pt x="73566" y="181957"/>
                </a:lnTo>
                <a:cubicBezTo>
                  <a:pt x="69333" y="181895"/>
                  <a:pt x="65916" y="178478"/>
                  <a:pt x="65853" y="174245"/>
                </a:cubicBezTo>
                <a:lnTo>
                  <a:pt x="65853" y="110903"/>
                </a:lnTo>
                <a:cubicBezTo>
                  <a:pt x="65896" y="108514"/>
                  <a:pt x="65157" y="106175"/>
                  <a:pt x="63749" y="104244"/>
                </a:cubicBezTo>
                <a:lnTo>
                  <a:pt x="1110" y="17880"/>
                </a:lnTo>
                <a:cubicBezTo>
                  <a:pt x="-1091" y="14234"/>
                  <a:pt x="83" y="9492"/>
                  <a:pt x="3730" y="7292"/>
                </a:cubicBezTo>
                <a:cubicBezTo>
                  <a:pt x="4813" y="6638"/>
                  <a:pt x="6040" y="6262"/>
                  <a:pt x="7304" y="6194"/>
                </a:cubicBezTo>
                <a:lnTo>
                  <a:pt x="22964" y="6194"/>
                </a:lnTo>
                <a:cubicBezTo>
                  <a:pt x="25210" y="6196"/>
                  <a:pt x="27343" y="7177"/>
                  <a:pt x="28807" y="8882"/>
                </a:cubicBezTo>
                <a:lnTo>
                  <a:pt x="75552" y="74910"/>
                </a:lnTo>
                <a:cubicBezTo>
                  <a:pt x="77036" y="76904"/>
                  <a:pt x="79378" y="78075"/>
                  <a:pt x="81863" y="78065"/>
                </a:cubicBezTo>
                <a:cubicBezTo>
                  <a:pt x="84316" y="78075"/>
                  <a:pt x="86623" y="76901"/>
                  <a:pt x="88057" y="74910"/>
                </a:cubicBezTo>
                <a:lnTo>
                  <a:pt x="134803" y="8882"/>
                </a:lnTo>
                <a:cubicBezTo>
                  <a:pt x="136248" y="6830"/>
                  <a:pt x="138602" y="5608"/>
                  <a:pt x="141114" y="5610"/>
                </a:cubicBezTo>
                <a:close/>
                <a:moveTo>
                  <a:pt x="1415286" y="4910"/>
                </a:moveTo>
                <a:cubicBezTo>
                  <a:pt x="1465887" y="4781"/>
                  <a:pt x="1507012" y="45696"/>
                  <a:pt x="1507141" y="96297"/>
                </a:cubicBezTo>
                <a:cubicBezTo>
                  <a:pt x="1507141" y="96375"/>
                  <a:pt x="1507141" y="96453"/>
                  <a:pt x="1507141" y="96530"/>
                </a:cubicBezTo>
                <a:cubicBezTo>
                  <a:pt x="1507077" y="147014"/>
                  <a:pt x="1466236" y="187958"/>
                  <a:pt x="1415753" y="188151"/>
                </a:cubicBezTo>
                <a:cubicBezTo>
                  <a:pt x="1365152" y="188280"/>
                  <a:pt x="1324027" y="147365"/>
                  <a:pt x="1323898" y="96765"/>
                </a:cubicBezTo>
                <a:cubicBezTo>
                  <a:pt x="1323769" y="46164"/>
                  <a:pt x="1364684" y="5039"/>
                  <a:pt x="1415286" y="4910"/>
                </a:cubicBezTo>
                <a:close/>
                <a:moveTo>
                  <a:pt x="792047" y="4091"/>
                </a:moveTo>
                <a:lnTo>
                  <a:pt x="808875" y="4091"/>
                </a:lnTo>
                <a:cubicBezTo>
                  <a:pt x="813135" y="4091"/>
                  <a:pt x="816589" y="7545"/>
                  <a:pt x="816589" y="11805"/>
                </a:cubicBezTo>
                <a:lnTo>
                  <a:pt x="816589" y="144443"/>
                </a:lnTo>
                <a:cubicBezTo>
                  <a:pt x="816589" y="148704"/>
                  <a:pt x="820043" y="152157"/>
                  <a:pt x="824301" y="152157"/>
                </a:cubicBezTo>
                <a:lnTo>
                  <a:pt x="919780" y="152157"/>
                </a:lnTo>
                <a:cubicBezTo>
                  <a:pt x="924040" y="152157"/>
                  <a:pt x="927494" y="155611"/>
                  <a:pt x="927494" y="159870"/>
                </a:cubicBezTo>
                <a:lnTo>
                  <a:pt x="927494" y="175413"/>
                </a:lnTo>
                <a:cubicBezTo>
                  <a:pt x="927558" y="179607"/>
                  <a:pt x="924210" y="183060"/>
                  <a:pt x="920015" y="183125"/>
                </a:cubicBezTo>
                <a:cubicBezTo>
                  <a:pt x="919937" y="183127"/>
                  <a:pt x="919858" y="183127"/>
                  <a:pt x="919780" y="183125"/>
                </a:cubicBezTo>
                <a:lnTo>
                  <a:pt x="792047" y="183125"/>
                </a:lnTo>
                <a:cubicBezTo>
                  <a:pt x="787853" y="183191"/>
                  <a:pt x="784400" y="179842"/>
                  <a:pt x="784335" y="175648"/>
                </a:cubicBezTo>
                <a:cubicBezTo>
                  <a:pt x="784333" y="175570"/>
                  <a:pt x="784333" y="175491"/>
                  <a:pt x="784335" y="175413"/>
                </a:cubicBezTo>
                <a:lnTo>
                  <a:pt x="784335" y="11805"/>
                </a:lnTo>
                <a:cubicBezTo>
                  <a:pt x="784335" y="7545"/>
                  <a:pt x="787787" y="4091"/>
                  <a:pt x="792047" y="4091"/>
                </a:cubicBezTo>
                <a:close/>
                <a:moveTo>
                  <a:pt x="1025426" y="1754"/>
                </a:moveTo>
                <a:cubicBezTo>
                  <a:pt x="1076028" y="1754"/>
                  <a:pt x="1117048" y="42774"/>
                  <a:pt x="1117048" y="93376"/>
                </a:cubicBezTo>
                <a:cubicBezTo>
                  <a:pt x="1117048" y="143976"/>
                  <a:pt x="1076028" y="184996"/>
                  <a:pt x="1025426" y="184996"/>
                </a:cubicBezTo>
                <a:cubicBezTo>
                  <a:pt x="974825" y="184996"/>
                  <a:pt x="933805" y="143976"/>
                  <a:pt x="933805" y="93376"/>
                </a:cubicBezTo>
                <a:cubicBezTo>
                  <a:pt x="933805" y="42774"/>
                  <a:pt x="974825" y="1754"/>
                  <a:pt x="1025426" y="1754"/>
                </a:cubicBezTo>
                <a:close/>
                <a:moveTo>
                  <a:pt x="247109" y="1522"/>
                </a:moveTo>
                <a:cubicBezTo>
                  <a:pt x="297657" y="1780"/>
                  <a:pt x="338497" y="42827"/>
                  <a:pt x="338497" y="93374"/>
                </a:cubicBezTo>
                <a:cubicBezTo>
                  <a:pt x="338497" y="144105"/>
                  <a:pt x="297373" y="185230"/>
                  <a:pt x="246643" y="185230"/>
                </a:cubicBezTo>
                <a:cubicBezTo>
                  <a:pt x="246487" y="185230"/>
                  <a:pt x="246330" y="185230"/>
                  <a:pt x="246174" y="185228"/>
                </a:cubicBezTo>
                <a:cubicBezTo>
                  <a:pt x="195445" y="184970"/>
                  <a:pt x="154528" y="143637"/>
                  <a:pt x="154788" y="92908"/>
                </a:cubicBezTo>
                <a:cubicBezTo>
                  <a:pt x="155045" y="42178"/>
                  <a:pt x="196379" y="1263"/>
                  <a:pt x="247109" y="1522"/>
                </a:cubicBezTo>
                <a:close/>
                <a:moveTo>
                  <a:pt x="1224681" y="1"/>
                </a:moveTo>
                <a:lnTo>
                  <a:pt x="1253557" y="4696"/>
                </a:lnTo>
                <a:cubicBezTo>
                  <a:pt x="1262811" y="7774"/>
                  <a:pt x="1271575" y="12325"/>
                  <a:pt x="1279492" y="18231"/>
                </a:cubicBezTo>
                <a:cubicBezTo>
                  <a:pt x="1284164" y="21722"/>
                  <a:pt x="1288505" y="25633"/>
                  <a:pt x="1292462" y="29917"/>
                </a:cubicBezTo>
                <a:cubicBezTo>
                  <a:pt x="1292546" y="30027"/>
                  <a:pt x="1292623" y="30139"/>
                  <a:pt x="1292700" y="30251"/>
                </a:cubicBezTo>
                <a:cubicBezTo>
                  <a:pt x="1295026" y="33742"/>
                  <a:pt x="1294084" y="38458"/>
                  <a:pt x="1290593" y="40787"/>
                </a:cubicBezTo>
                <a:lnTo>
                  <a:pt x="1277504" y="49902"/>
                </a:lnTo>
                <a:cubicBezTo>
                  <a:pt x="1274489" y="52127"/>
                  <a:pt x="1270293" y="51776"/>
                  <a:pt x="1267687" y="49083"/>
                </a:cubicBezTo>
                <a:lnTo>
                  <a:pt x="1264182" y="45811"/>
                </a:lnTo>
                <a:lnTo>
                  <a:pt x="1263481" y="45110"/>
                </a:lnTo>
                <a:cubicBezTo>
                  <a:pt x="1252659" y="36087"/>
                  <a:pt x="1239005" y="31163"/>
                  <a:pt x="1224914" y="31204"/>
                </a:cubicBezTo>
                <a:lnTo>
                  <a:pt x="1222344" y="31204"/>
                </a:lnTo>
                <a:lnTo>
                  <a:pt x="1218138" y="31204"/>
                </a:lnTo>
                <a:cubicBezTo>
                  <a:pt x="1214489" y="31593"/>
                  <a:pt x="1210890" y="32337"/>
                  <a:pt x="1207385" y="33424"/>
                </a:cubicBezTo>
                <a:cubicBezTo>
                  <a:pt x="1186411" y="39678"/>
                  <a:pt x="1170459" y="56787"/>
                  <a:pt x="1165686" y="78148"/>
                </a:cubicBezTo>
                <a:cubicBezTo>
                  <a:pt x="1158409" y="110714"/>
                  <a:pt x="1178911" y="143011"/>
                  <a:pt x="1211476" y="150288"/>
                </a:cubicBezTo>
                <a:lnTo>
                  <a:pt x="1216384" y="151222"/>
                </a:lnTo>
                <a:lnTo>
                  <a:pt x="1217904" y="151222"/>
                </a:lnTo>
                <a:lnTo>
                  <a:pt x="1229590" y="151222"/>
                </a:lnTo>
                <a:cubicBezTo>
                  <a:pt x="1232617" y="151015"/>
                  <a:pt x="1235625" y="150585"/>
                  <a:pt x="1238588" y="149937"/>
                </a:cubicBezTo>
                <a:lnTo>
                  <a:pt x="1240224" y="149937"/>
                </a:lnTo>
                <a:lnTo>
                  <a:pt x="1241861" y="149937"/>
                </a:lnTo>
                <a:lnTo>
                  <a:pt x="1248756" y="147482"/>
                </a:lnTo>
                <a:lnTo>
                  <a:pt x="1250158" y="147482"/>
                </a:lnTo>
                <a:lnTo>
                  <a:pt x="1251444" y="146899"/>
                </a:lnTo>
                <a:lnTo>
                  <a:pt x="1252845" y="146197"/>
                </a:lnTo>
                <a:lnTo>
                  <a:pt x="1256001" y="144560"/>
                </a:lnTo>
                <a:lnTo>
                  <a:pt x="1256936" y="144560"/>
                </a:lnTo>
                <a:cubicBezTo>
                  <a:pt x="1265859" y="137697"/>
                  <a:pt x="1272961" y="128748"/>
                  <a:pt x="1277621" y="118500"/>
                </a:cubicBezTo>
                <a:cubicBezTo>
                  <a:pt x="1278365" y="116375"/>
                  <a:pt x="1277919" y="114015"/>
                  <a:pt x="1276453" y="112307"/>
                </a:cubicBezTo>
                <a:cubicBezTo>
                  <a:pt x="1275145" y="110934"/>
                  <a:pt x="1273323" y="110171"/>
                  <a:pt x="1271427" y="110203"/>
                </a:cubicBezTo>
                <a:lnTo>
                  <a:pt x="1237653" y="110203"/>
                </a:lnTo>
                <a:cubicBezTo>
                  <a:pt x="1233393" y="110203"/>
                  <a:pt x="1229941" y="106750"/>
                  <a:pt x="1229941" y="102490"/>
                </a:cubicBezTo>
                <a:lnTo>
                  <a:pt x="1229941" y="86714"/>
                </a:lnTo>
                <a:cubicBezTo>
                  <a:pt x="1229941" y="82454"/>
                  <a:pt x="1233393" y="79000"/>
                  <a:pt x="1237653" y="79000"/>
                </a:cubicBezTo>
                <a:lnTo>
                  <a:pt x="1307772" y="79000"/>
                </a:lnTo>
                <a:lnTo>
                  <a:pt x="1308473" y="79000"/>
                </a:lnTo>
                <a:cubicBezTo>
                  <a:pt x="1309961" y="79061"/>
                  <a:pt x="1311398" y="79560"/>
                  <a:pt x="1312606" y="80432"/>
                </a:cubicBezTo>
                <a:cubicBezTo>
                  <a:pt x="1316008" y="82888"/>
                  <a:pt x="1316774" y="87636"/>
                  <a:pt x="1314316" y="91037"/>
                </a:cubicBezTo>
                <a:lnTo>
                  <a:pt x="1314316" y="98868"/>
                </a:lnTo>
                <a:cubicBezTo>
                  <a:pt x="1314518" y="125045"/>
                  <a:pt x="1303295" y="150009"/>
                  <a:pt x="1283581" y="167233"/>
                </a:cubicBezTo>
                <a:lnTo>
                  <a:pt x="1280659" y="169686"/>
                </a:lnTo>
                <a:lnTo>
                  <a:pt x="1279141" y="170973"/>
                </a:lnTo>
                <a:cubicBezTo>
                  <a:pt x="1278222" y="171747"/>
                  <a:pt x="1277245" y="172450"/>
                  <a:pt x="1276219" y="173076"/>
                </a:cubicBezTo>
                <a:lnTo>
                  <a:pt x="1274699" y="174128"/>
                </a:lnTo>
                <a:lnTo>
                  <a:pt x="1271778" y="175997"/>
                </a:lnTo>
                <a:lnTo>
                  <a:pt x="1271193" y="175997"/>
                </a:lnTo>
                <a:lnTo>
                  <a:pt x="1269675" y="176933"/>
                </a:lnTo>
                <a:lnTo>
                  <a:pt x="1266636" y="178685"/>
                </a:lnTo>
                <a:lnTo>
                  <a:pt x="1265935" y="178685"/>
                </a:lnTo>
                <a:lnTo>
                  <a:pt x="1261027" y="181022"/>
                </a:lnTo>
                <a:lnTo>
                  <a:pt x="1260208" y="181022"/>
                </a:lnTo>
                <a:lnTo>
                  <a:pt x="1257053" y="182191"/>
                </a:lnTo>
                <a:lnTo>
                  <a:pt x="1255533" y="182191"/>
                </a:lnTo>
                <a:lnTo>
                  <a:pt x="1254599" y="182191"/>
                </a:lnTo>
                <a:lnTo>
                  <a:pt x="1252029" y="183127"/>
                </a:lnTo>
                <a:lnTo>
                  <a:pt x="1250976" y="183127"/>
                </a:lnTo>
                <a:lnTo>
                  <a:pt x="1249456" y="183127"/>
                </a:lnTo>
                <a:lnTo>
                  <a:pt x="1248405" y="183127"/>
                </a:lnTo>
                <a:lnTo>
                  <a:pt x="1245952" y="183127"/>
                </a:lnTo>
                <a:lnTo>
                  <a:pt x="1244782" y="183127"/>
                </a:lnTo>
                <a:lnTo>
                  <a:pt x="1243379" y="183127"/>
                </a:lnTo>
                <a:lnTo>
                  <a:pt x="1242095" y="183127"/>
                </a:lnTo>
                <a:lnTo>
                  <a:pt x="1239758" y="183127"/>
                </a:lnTo>
                <a:lnTo>
                  <a:pt x="1238471" y="183127"/>
                </a:lnTo>
                <a:lnTo>
                  <a:pt x="1237068" y="183127"/>
                </a:lnTo>
                <a:lnTo>
                  <a:pt x="1235550" y="183127"/>
                </a:lnTo>
                <a:lnTo>
                  <a:pt x="1233447" y="183127"/>
                </a:lnTo>
                <a:lnTo>
                  <a:pt x="1224682" y="183127"/>
                </a:lnTo>
                <a:cubicBezTo>
                  <a:pt x="1222501" y="183205"/>
                  <a:pt x="1220319" y="183205"/>
                  <a:pt x="1218138" y="183127"/>
                </a:cubicBezTo>
                <a:cubicBezTo>
                  <a:pt x="1167568" y="181318"/>
                  <a:pt x="1128040" y="138860"/>
                  <a:pt x="1129846" y="88292"/>
                </a:cubicBezTo>
                <a:cubicBezTo>
                  <a:pt x="1131201" y="50365"/>
                  <a:pt x="1155424" y="18648"/>
                  <a:pt x="1188784" y="5923"/>
                </a:cubicBezTo>
                <a:close/>
                <a:moveTo>
                  <a:pt x="1224681" y="0"/>
                </a:moveTo>
                <a:lnTo>
                  <a:pt x="1224682" y="0"/>
                </a:lnTo>
                <a:lnTo>
                  <a:pt x="1224681" y="1"/>
                </a:lnTo>
                <a:close/>
              </a:path>
            </a:pathLst>
          </a:custGeom>
          <a:solidFill>
            <a:schemeClr val="bg1"/>
          </a:solidFill>
          <a:ln w="48068" cap="flat">
            <a:noFill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7">
            <a:extLst>
              <a:ext uri="{FF2B5EF4-FFF2-40B4-BE49-F238E27FC236}">
                <a16:creationId xmlns:a16="http://schemas.microsoft.com/office/drawing/2014/main" id="{BFD3FCDD-BEB0-4134-9084-C8EE238D5C77}"/>
              </a:ext>
            </a:extLst>
          </p:cNvPr>
          <p:cNvSpPr/>
          <p:nvPr/>
        </p:nvSpPr>
        <p:spPr>
          <a:xfrm>
            <a:off x="3864553" y="4508939"/>
            <a:ext cx="3327396" cy="1618218"/>
          </a:xfrm>
          <a:prstGeom prst="roundRect">
            <a:avLst>
              <a:gd name="adj" fmla="val 6287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Rectangle: Rounded Corners 8">
            <a:extLst>
              <a:ext uri="{FF2B5EF4-FFF2-40B4-BE49-F238E27FC236}">
                <a16:creationId xmlns:a16="http://schemas.microsoft.com/office/drawing/2014/main" id="{E1DEC204-246D-5A97-9241-8E2FF917AAB3}"/>
              </a:ext>
            </a:extLst>
          </p:cNvPr>
          <p:cNvSpPr/>
          <p:nvPr/>
        </p:nvSpPr>
        <p:spPr>
          <a:xfrm>
            <a:off x="306571" y="4508939"/>
            <a:ext cx="3280015" cy="1618218"/>
          </a:xfrm>
          <a:prstGeom prst="roundRect">
            <a:avLst>
              <a:gd name="adj" fmla="val 6287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1" name="Rectangle 31">
            <a:extLst>
              <a:ext uri="{FF2B5EF4-FFF2-40B4-BE49-F238E27FC236}">
                <a16:creationId xmlns:a16="http://schemas.microsoft.com/office/drawing/2014/main" id="{C5BA529D-BC21-9D18-1CB3-EE3FF24828FA}"/>
              </a:ext>
            </a:extLst>
          </p:cNvPr>
          <p:cNvSpPr/>
          <p:nvPr/>
        </p:nvSpPr>
        <p:spPr>
          <a:xfrm>
            <a:off x="531280" y="5252708"/>
            <a:ext cx="27850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400" b="1" dirty="0">
                <a:solidFill>
                  <a:schemeClr val="accent1"/>
                </a:solidFill>
                <a:latin typeface="+mj-lt"/>
                <a:cs typeface="Calibri"/>
              </a:rPr>
              <a:t>03 : 46 : 29 : 03</a:t>
            </a:r>
          </a:p>
        </p:txBody>
      </p:sp>
      <p:sp>
        <p:nvSpPr>
          <p:cNvPr id="12" name="Rectangle 32">
            <a:extLst>
              <a:ext uri="{FF2B5EF4-FFF2-40B4-BE49-F238E27FC236}">
                <a16:creationId xmlns:a16="http://schemas.microsoft.com/office/drawing/2014/main" id="{71C1D380-0045-060B-997B-F70F5B3BC6BB}"/>
              </a:ext>
            </a:extLst>
          </p:cNvPr>
          <p:cNvSpPr/>
          <p:nvPr/>
        </p:nvSpPr>
        <p:spPr>
          <a:xfrm>
            <a:off x="671750" y="4870215"/>
            <a:ext cx="26924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00">
                <a:latin typeface="+mj-ea"/>
                <a:ea typeface="+mj-ea"/>
                <a:cs typeface="Calibri"/>
              </a:rPr>
              <a:t>Market analysis tool</a:t>
            </a:r>
            <a:endParaRPr lang="en-US" sz="1000" dirty="0">
              <a:latin typeface="+mj-ea"/>
              <a:ea typeface="+mj-ea"/>
              <a:cs typeface="Calibri"/>
            </a:endParaRPr>
          </a:p>
        </p:txBody>
      </p:sp>
      <p:sp>
        <p:nvSpPr>
          <p:cNvPr id="13" name="TextBox 50">
            <a:extLst>
              <a:ext uri="{FF2B5EF4-FFF2-40B4-BE49-F238E27FC236}">
                <a16:creationId xmlns:a16="http://schemas.microsoft.com/office/drawing/2014/main" id="{E34CCC38-56FF-CBAD-DCDC-2097A679BA1D}"/>
              </a:ext>
            </a:extLst>
          </p:cNvPr>
          <p:cNvSpPr txBox="1"/>
          <p:nvPr/>
        </p:nvSpPr>
        <p:spPr>
          <a:xfrm>
            <a:off x="4358023" y="4911350"/>
            <a:ext cx="109094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234 +</a:t>
            </a:r>
          </a:p>
        </p:txBody>
      </p:sp>
      <p:sp>
        <p:nvSpPr>
          <p:cNvPr id="14" name="TextBox 51">
            <a:extLst>
              <a:ext uri="{FF2B5EF4-FFF2-40B4-BE49-F238E27FC236}">
                <a16:creationId xmlns:a16="http://schemas.microsoft.com/office/drawing/2014/main" id="{1BF07139-4ABE-E29F-19A2-EFC7A7278313}"/>
              </a:ext>
            </a:extLst>
          </p:cNvPr>
          <p:cNvSpPr txBox="1"/>
          <p:nvPr/>
        </p:nvSpPr>
        <p:spPr>
          <a:xfrm>
            <a:off x="4358023" y="5374825"/>
            <a:ext cx="8908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latin typeface="+mj-ea"/>
                <a:ea typeface="+mj-ea"/>
              </a:rPr>
              <a:t>Trend identification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15" name="TextBox 52">
            <a:extLst>
              <a:ext uri="{FF2B5EF4-FFF2-40B4-BE49-F238E27FC236}">
                <a16:creationId xmlns:a16="http://schemas.microsoft.com/office/drawing/2014/main" id="{B2696811-913C-BBF3-0776-FE837572CE86}"/>
              </a:ext>
            </a:extLst>
          </p:cNvPr>
          <p:cNvSpPr txBox="1"/>
          <p:nvPr/>
        </p:nvSpPr>
        <p:spPr>
          <a:xfrm>
            <a:off x="5870165" y="4911350"/>
            <a:ext cx="109094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123 +</a:t>
            </a:r>
          </a:p>
        </p:txBody>
      </p:sp>
      <p:sp>
        <p:nvSpPr>
          <p:cNvPr id="16" name="TextBox 53">
            <a:extLst>
              <a:ext uri="{FF2B5EF4-FFF2-40B4-BE49-F238E27FC236}">
                <a16:creationId xmlns:a16="http://schemas.microsoft.com/office/drawing/2014/main" id="{DCD90913-292A-3E36-F9DA-EE29E6C68D05}"/>
              </a:ext>
            </a:extLst>
          </p:cNvPr>
          <p:cNvSpPr txBox="1"/>
          <p:nvPr/>
        </p:nvSpPr>
        <p:spPr>
          <a:xfrm>
            <a:off x="5870165" y="5374825"/>
            <a:ext cx="89080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latin typeface="+mj-ea"/>
                <a:ea typeface="+mj-ea"/>
              </a:rPr>
              <a:t>Competitor comparison</a:t>
            </a:r>
            <a:endParaRPr lang="en-US" sz="1000" dirty="0">
              <a:latin typeface="+mj-ea"/>
              <a:ea typeface="+mj-ea"/>
            </a:endParaRPr>
          </a:p>
        </p:txBody>
      </p:sp>
      <p:cxnSp>
        <p:nvCxnSpPr>
          <p:cNvPr id="17" name="Straight Connector 55">
            <a:extLst>
              <a:ext uri="{FF2B5EF4-FFF2-40B4-BE49-F238E27FC236}">
                <a16:creationId xmlns:a16="http://schemas.microsoft.com/office/drawing/2014/main" id="{4701F0B3-2BEC-8BB9-0C97-FEBDC5452B3E}"/>
              </a:ext>
            </a:extLst>
          </p:cNvPr>
          <p:cNvCxnSpPr>
            <a:cxnSpLocks/>
          </p:cNvCxnSpPr>
          <p:nvPr/>
        </p:nvCxnSpPr>
        <p:spPr>
          <a:xfrm>
            <a:off x="5538907" y="4762783"/>
            <a:ext cx="0" cy="1135993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82">
            <a:extLst>
              <a:ext uri="{FF2B5EF4-FFF2-40B4-BE49-F238E27FC236}">
                <a16:creationId xmlns:a16="http://schemas.microsoft.com/office/drawing/2014/main" id="{754867A7-61EE-B8C0-E6F4-974988F33F20}"/>
              </a:ext>
            </a:extLst>
          </p:cNvPr>
          <p:cNvSpPr/>
          <p:nvPr/>
        </p:nvSpPr>
        <p:spPr>
          <a:xfrm>
            <a:off x="336867" y="1150545"/>
            <a:ext cx="41303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>
                <a:solidFill>
                  <a:schemeClr val="accent1"/>
                </a:solidFill>
                <a:latin typeface="+mj-lt"/>
                <a:cs typeface="Calibri"/>
              </a:rPr>
              <a:t>Product promotion</a:t>
            </a:r>
            <a:endParaRPr lang="en-US" dirty="0">
              <a:solidFill>
                <a:schemeClr val="accent1"/>
              </a:solidFill>
              <a:latin typeface="+mj-lt"/>
              <a:cs typeface="Calibri"/>
            </a:endParaRPr>
          </a:p>
        </p:txBody>
      </p:sp>
      <p:sp>
        <p:nvSpPr>
          <p:cNvPr id="2" name="Round Same Side Corner Rectangle 74">
            <a:extLst>
              <a:ext uri="{FF2B5EF4-FFF2-40B4-BE49-F238E27FC236}">
                <a16:creationId xmlns:a16="http://schemas.microsoft.com/office/drawing/2014/main" id="{E441600E-5469-6A6E-F5A2-DD47EE286644}"/>
              </a:ext>
            </a:extLst>
          </p:cNvPr>
          <p:cNvSpPr/>
          <p:nvPr/>
        </p:nvSpPr>
        <p:spPr>
          <a:xfrm>
            <a:off x="7623544" y="3645756"/>
            <a:ext cx="4127022" cy="2486082"/>
          </a:xfrm>
          <a:prstGeom prst="round2SameRect">
            <a:avLst>
              <a:gd name="adj1" fmla="val 0"/>
              <a:gd name="adj2" fmla="val 12277"/>
            </a:avLst>
          </a:prstGeom>
          <a:solidFill>
            <a:schemeClr val="accent1"/>
          </a:solidFill>
          <a:ln>
            <a:noFill/>
          </a:ln>
          <a:effectLst>
            <a:outerShdw blurRad="508000" dist="254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ne">
              <a:solidFill>
                <a:schemeClr val="lt1"/>
              </a:solidFill>
            </a:endParaRPr>
          </a:p>
        </p:txBody>
      </p:sp>
      <p:sp>
        <p:nvSpPr>
          <p:cNvPr id="3" name="Round Same Side Corner Rectangle 147">
            <a:extLst>
              <a:ext uri="{FF2B5EF4-FFF2-40B4-BE49-F238E27FC236}">
                <a16:creationId xmlns:a16="http://schemas.microsoft.com/office/drawing/2014/main" id="{00D1CE77-B2A1-A1D4-5459-3CFD3983421F}"/>
              </a:ext>
            </a:extLst>
          </p:cNvPr>
          <p:cNvSpPr/>
          <p:nvPr/>
        </p:nvSpPr>
        <p:spPr>
          <a:xfrm>
            <a:off x="7623544" y="1880314"/>
            <a:ext cx="4127022" cy="1689808"/>
          </a:xfrm>
          <a:prstGeom prst="round2SameRect">
            <a:avLst>
              <a:gd name="adj1" fmla="val 15071"/>
              <a:gd name="adj2" fmla="val 0"/>
            </a:avLst>
          </a:prstGeom>
          <a:solidFill>
            <a:schemeClr val="accent1"/>
          </a:solidFill>
          <a:ln>
            <a:noFill/>
          </a:ln>
          <a:effectLst>
            <a:outerShdw blurRad="508000" dist="254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ne">
              <a:solidFill>
                <a:schemeClr val="lt1"/>
              </a:solidFill>
            </a:endParaRPr>
          </a:p>
        </p:txBody>
      </p:sp>
      <p:sp>
        <p:nvSpPr>
          <p:cNvPr id="37" name="Freeform 148">
            <a:extLst>
              <a:ext uri="{FF2B5EF4-FFF2-40B4-BE49-F238E27FC236}">
                <a16:creationId xmlns:a16="http://schemas.microsoft.com/office/drawing/2014/main" id="{4E3EBEDC-7B7F-AC00-8792-5F6421789EBB}"/>
              </a:ext>
            </a:extLst>
          </p:cNvPr>
          <p:cNvSpPr/>
          <p:nvPr/>
        </p:nvSpPr>
        <p:spPr>
          <a:xfrm>
            <a:off x="9123623" y="1198916"/>
            <a:ext cx="1126865" cy="11272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66" h="1566">
                <a:moveTo>
                  <a:pt x="782" y="0"/>
                </a:moveTo>
                <a:cubicBezTo>
                  <a:pt x="1215" y="0"/>
                  <a:pt x="1566" y="350"/>
                  <a:pt x="1566" y="782"/>
                </a:cubicBezTo>
                <a:cubicBezTo>
                  <a:pt x="1566" y="1215"/>
                  <a:pt x="1215" y="1566"/>
                  <a:pt x="782" y="1566"/>
                </a:cubicBezTo>
                <a:cubicBezTo>
                  <a:pt x="350" y="1566"/>
                  <a:pt x="0" y="1215"/>
                  <a:pt x="0" y="782"/>
                </a:cubicBezTo>
                <a:cubicBezTo>
                  <a:pt x="0" y="350"/>
                  <a:pt x="350" y="0"/>
                  <a:pt x="782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8" name="Freeform 149">
            <a:extLst>
              <a:ext uri="{FF2B5EF4-FFF2-40B4-BE49-F238E27FC236}">
                <a16:creationId xmlns:a16="http://schemas.microsoft.com/office/drawing/2014/main" id="{F120F3C7-C464-26F7-C127-11C3BE1D3096}"/>
              </a:ext>
            </a:extLst>
          </p:cNvPr>
          <p:cNvSpPr/>
          <p:nvPr/>
        </p:nvSpPr>
        <p:spPr>
          <a:xfrm>
            <a:off x="9244230" y="1319206"/>
            <a:ext cx="885651" cy="88596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31" h="1231">
                <a:moveTo>
                  <a:pt x="615" y="0"/>
                </a:moveTo>
                <a:cubicBezTo>
                  <a:pt x="955" y="0"/>
                  <a:pt x="1231" y="275"/>
                  <a:pt x="1231" y="615"/>
                </a:cubicBezTo>
                <a:cubicBezTo>
                  <a:pt x="1231" y="955"/>
                  <a:pt x="955" y="1231"/>
                  <a:pt x="615" y="1231"/>
                </a:cubicBezTo>
                <a:cubicBezTo>
                  <a:pt x="276" y="1231"/>
                  <a:pt x="0" y="955"/>
                  <a:pt x="0" y="615"/>
                </a:cubicBezTo>
                <a:cubicBezTo>
                  <a:pt x="0" y="275"/>
                  <a:pt x="276" y="0"/>
                  <a:pt x="615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9" name="Freeform 109">
            <a:extLst>
              <a:ext uri="{FF2B5EF4-FFF2-40B4-BE49-F238E27FC236}">
                <a16:creationId xmlns:a16="http://schemas.microsoft.com/office/drawing/2014/main" id="{B47C5D6A-374C-B1B6-5B30-14EDDCA364DE}"/>
              </a:ext>
            </a:extLst>
          </p:cNvPr>
          <p:cNvSpPr/>
          <p:nvPr/>
        </p:nvSpPr>
        <p:spPr>
          <a:xfrm>
            <a:off x="9454122" y="1481992"/>
            <a:ext cx="465867" cy="560389"/>
          </a:xfrm>
          <a:custGeom>
            <a:avLst/>
            <a:gdLst>
              <a:gd name="connsiteX0" fmla="*/ 401768 w 806027"/>
              <a:gd name="connsiteY0" fmla="*/ 402532 h 969566"/>
              <a:gd name="connsiteX1" fmla="*/ 415340 w 806027"/>
              <a:gd name="connsiteY1" fmla="*/ 416189 h 969566"/>
              <a:gd name="connsiteX2" fmla="*/ 415340 w 806027"/>
              <a:gd name="connsiteY2" fmla="*/ 448469 h 969566"/>
              <a:gd name="connsiteX3" fmla="*/ 452355 w 806027"/>
              <a:gd name="connsiteY3" fmla="*/ 480749 h 969566"/>
              <a:gd name="connsiteX4" fmla="*/ 444952 w 806027"/>
              <a:gd name="connsiteY4" fmla="*/ 495647 h 969566"/>
              <a:gd name="connsiteX5" fmla="*/ 428912 w 806027"/>
              <a:gd name="connsiteY5" fmla="*/ 486956 h 969566"/>
              <a:gd name="connsiteX6" fmla="*/ 404236 w 806027"/>
              <a:gd name="connsiteY6" fmla="*/ 473299 h 969566"/>
              <a:gd name="connsiteX7" fmla="*/ 363520 w 806027"/>
              <a:gd name="connsiteY7" fmla="*/ 513028 h 969566"/>
              <a:gd name="connsiteX8" fmla="*/ 401768 w 806027"/>
              <a:gd name="connsiteY8" fmla="*/ 555240 h 969566"/>
              <a:gd name="connsiteX9" fmla="*/ 404236 w 806027"/>
              <a:gd name="connsiteY9" fmla="*/ 555240 h 969566"/>
              <a:gd name="connsiteX10" fmla="*/ 465927 w 806027"/>
              <a:gd name="connsiteY10" fmla="*/ 621041 h 969566"/>
              <a:gd name="connsiteX11" fmla="*/ 415340 w 806027"/>
              <a:gd name="connsiteY11" fmla="*/ 685601 h 969566"/>
              <a:gd name="connsiteX12" fmla="*/ 415340 w 806027"/>
              <a:gd name="connsiteY12" fmla="*/ 719122 h 969566"/>
              <a:gd name="connsiteX13" fmla="*/ 401768 w 806027"/>
              <a:gd name="connsiteY13" fmla="*/ 731537 h 969566"/>
              <a:gd name="connsiteX14" fmla="*/ 390664 w 806027"/>
              <a:gd name="connsiteY14" fmla="*/ 719122 h 969566"/>
              <a:gd name="connsiteX15" fmla="*/ 390664 w 806027"/>
              <a:gd name="connsiteY15" fmla="*/ 688084 h 969566"/>
              <a:gd name="connsiteX16" fmla="*/ 351182 w 806027"/>
              <a:gd name="connsiteY16" fmla="*/ 671944 h 969566"/>
              <a:gd name="connsiteX17" fmla="*/ 349948 w 806027"/>
              <a:gd name="connsiteY17" fmla="*/ 654562 h 969566"/>
              <a:gd name="connsiteX18" fmla="*/ 367222 w 806027"/>
              <a:gd name="connsiteY18" fmla="*/ 653321 h 969566"/>
              <a:gd name="connsiteX19" fmla="*/ 400535 w 806027"/>
              <a:gd name="connsiteY19" fmla="*/ 662012 h 969566"/>
              <a:gd name="connsiteX20" fmla="*/ 441251 w 806027"/>
              <a:gd name="connsiteY20" fmla="*/ 621041 h 969566"/>
              <a:gd name="connsiteX21" fmla="*/ 401768 w 806027"/>
              <a:gd name="connsiteY21" fmla="*/ 581312 h 969566"/>
              <a:gd name="connsiteX22" fmla="*/ 400535 w 806027"/>
              <a:gd name="connsiteY22" fmla="*/ 581312 h 969566"/>
              <a:gd name="connsiteX23" fmla="*/ 337610 w 806027"/>
              <a:gd name="connsiteY23" fmla="*/ 513028 h 969566"/>
              <a:gd name="connsiteX24" fmla="*/ 390664 w 806027"/>
              <a:gd name="connsiteY24" fmla="*/ 449710 h 969566"/>
              <a:gd name="connsiteX25" fmla="*/ 390664 w 806027"/>
              <a:gd name="connsiteY25" fmla="*/ 416189 h 969566"/>
              <a:gd name="connsiteX26" fmla="*/ 401768 w 806027"/>
              <a:gd name="connsiteY26" fmla="*/ 402532 h 969566"/>
              <a:gd name="connsiteX27" fmla="*/ 390576 w 806027"/>
              <a:gd name="connsiteY27" fmla="*/ 269137 h 969566"/>
              <a:gd name="connsiteX28" fmla="*/ 201580 w 806027"/>
              <a:gd name="connsiteY28" fmla="*/ 347498 h 969566"/>
              <a:gd name="connsiteX29" fmla="*/ 230178 w 806027"/>
              <a:gd name="connsiteY29" fmla="*/ 376106 h 969566"/>
              <a:gd name="connsiteX30" fmla="*/ 230178 w 806027"/>
              <a:gd name="connsiteY30" fmla="*/ 393520 h 969566"/>
              <a:gd name="connsiteX31" fmla="*/ 221475 w 806027"/>
              <a:gd name="connsiteY31" fmla="*/ 397251 h 969566"/>
              <a:gd name="connsiteX32" fmla="*/ 212771 w 806027"/>
              <a:gd name="connsiteY32" fmla="*/ 393520 h 969566"/>
              <a:gd name="connsiteX33" fmla="*/ 184173 w 806027"/>
              <a:gd name="connsiteY33" fmla="*/ 364912 h 969566"/>
              <a:gd name="connsiteX34" fmla="*/ 105839 w 806027"/>
              <a:gd name="connsiteY34" fmla="*/ 552730 h 969566"/>
              <a:gd name="connsiteX35" fmla="*/ 146871 w 806027"/>
              <a:gd name="connsiteY35" fmla="*/ 552730 h 969566"/>
              <a:gd name="connsiteX36" fmla="*/ 159305 w 806027"/>
              <a:gd name="connsiteY36" fmla="*/ 565168 h 969566"/>
              <a:gd name="connsiteX37" fmla="*/ 146871 w 806027"/>
              <a:gd name="connsiteY37" fmla="*/ 578850 h 969566"/>
              <a:gd name="connsiteX38" fmla="*/ 105839 w 806027"/>
              <a:gd name="connsiteY38" fmla="*/ 578850 h 969566"/>
              <a:gd name="connsiteX39" fmla="*/ 184173 w 806027"/>
              <a:gd name="connsiteY39" fmla="*/ 766667 h 969566"/>
              <a:gd name="connsiteX40" fmla="*/ 212771 w 806027"/>
              <a:gd name="connsiteY40" fmla="*/ 738059 h 969566"/>
              <a:gd name="connsiteX41" fmla="*/ 230178 w 806027"/>
              <a:gd name="connsiteY41" fmla="*/ 738059 h 969566"/>
              <a:gd name="connsiteX42" fmla="*/ 230178 w 806027"/>
              <a:gd name="connsiteY42" fmla="*/ 755473 h 969566"/>
              <a:gd name="connsiteX43" fmla="*/ 201580 w 806027"/>
              <a:gd name="connsiteY43" fmla="*/ 784081 h 969566"/>
              <a:gd name="connsiteX44" fmla="*/ 390576 w 806027"/>
              <a:gd name="connsiteY44" fmla="*/ 862442 h 969566"/>
              <a:gd name="connsiteX45" fmla="*/ 390576 w 806027"/>
              <a:gd name="connsiteY45" fmla="*/ 821396 h 969566"/>
              <a:gd name="connsiteX46" fmla="*/ 401766 w 806027"/>
              <a:gd name="connsiteY46" fmla="*/ 808957 h 969566"/>
              <a:gd name="connsiteX47" fmla="*/ 415444 w 806027"/>
              <a:gd name="connsiteY47" fmla="*/ 821396 h 969566"/>
              <a:gd name="connsiteX48" fmla="*/ 415444 w 806027"/>
              <a:gd name="connsiteY48" fmla="*/ 862442 h 969566"/>
              <a:gd name="connsiteX49" fmla="*/ 603196 w 806027"/>
              <a:gd name="connsiteY49" fmla="*/ 784081 h 969566"/>
              <a:gd name="connsiteX50" fmla="*/ 574598 w 806027"/>
              <a:gd name="connsiteY50" fmla="*/ 755473 h 969566"/>
              <a:gd name="connsiteX51" fmla="*/ 574598 w 806027"/>
              <a:gd name="connsiteY51" fmla="*/ 738059 h 969566"/>
              <a:gd name="connsiteX52" fmla="*/ 593249 w 806027"/>
              <a:gd name="connsiteY52" fmla="*/ 738059 h 969566"/>
              <a:gd name="connsiteX53" fmla="*/ 621847 w 806027"/>
              <a:gd name="connsiteY53" fmla="*/ 766667 h 969566"/>
              <a:gd name="connsiteX54" fmla="*/ 700180 w 806027"/>
              <a:gd name="connsiteY54" fmla="*/ 578850 h 969566"/>
              <a:gd name="connsiteX55" fmla="*/ 698937 w 806027"/>
              <a:gd name="connsiteY55" fmla="*/ 578850 h 969566"/>
              <a:gd name="connsiteX56" fmla="*/ 659148 w 806027"/>
              <a:gd name="connsiteY56" fmla="*/ 578850 h 969566"/>
              <a:gd name="connsiteX57" fmla="*/ 645471 w 806027"/>
              <a:gd name="connsiteY57" fmla="*/ 565168 h 969566"/>
              <a:gd name="connsiteX58" fmla="*/ 659148 w 806027"/>
              <a:gd name="connsiteY58" fmla="*/ 552730 h 969566"/>
              <a:gd name="connsiteX59" fmla="*/ 698937 w 806027"/>
              <a:gd name="connsiteY59" fmla="*/ 552730 h 969566"/>
              <a:gd name="connsiteX60" fmla="*/ 700180 w 806027"/>
              <a:gd name="connsiteY60" fmla="*/ 552730 h 969566"/>
              <a:gd name="connsiteX61" fmla="*/ 621847 w 806027"/>
              <a:gd name="connsiteY61" fmla="*/ 364912 h 969566"/>
              <a:gd name="connsiteX62" fmla="*/ 593249 w 806027"/>
              <a:gd name="connsiteY62" fmla="*/ 393520 h 969566"/>
              <a:gd name="connsiteX63" fmla="*/ 583301 w 806027"/>
              <a:gd name="connsiteY63" fmla="*/ 397251 h 969566"/>
              <a:gd name="connsiteX64" fmla="*/ 574598 w 806027"/>
              <a:gd name="connsiteY64" fmla="*/ 393520 h 969566"/>
              <a:gd name="connsiteX65" fmla="*/ 574598 w 806027"/>
              <a:gd name="connsiteY65" fmla="*/ 376106 h 969566"/>
              <a:gd name="connsiteX66" fmla="*/ 603196 w 806027"/>
              <a:gd name="connsiteY66" fmla="*/ 347498 h 969566"/>
              <a:gd name="connsiteX67" fmla="*/ 415444 w 806027"/>
              <a:gd name="connsiteY67" fmla="*/ 269137 h 969566"/>
              <a:gd name="connsiteX68" fmla="*/ 415444 w 806027"/>
              <a:gd name="connsiteY68" fmla="*/ 310183 h 969566"/>
              <a:gd name="connsiteX69" fmla="*/ 401766 w 806027"/>
              <a:gd name="connsiteY69" fmla="*/ 322622 h 969566"/>
              <a:gd name="connsiteX70" fmla="*/ 390576 w 806027"/>
              <a:gd name="connsiteY70" fmla="*/ 310183 h 969566"/>
              <a:gd name="connsiteX71" fmla="*/ 401766 w 806027"/>
              <a:gd name="connsiteY71" fmla="*/ 244261 h 969566"/>
              <a:gd name="connsiteX72" fmla="*/ 725048 w 806027"/>
              <a:gd name="connsiteY72" fmla="*/ 565168 h 969566"/>
              <a:gd name="connsiteX73" fmla="*/ 401766 w 806027"/>
              <a:gd name="connsiteY73" fmla="*/ 888562 h 969566"/>
              <a:gd name="connsiteX74" fmla="*/ 79728 w 806027"/>
              <a:gd name="connsiteY74" fmla="*/ 565168 h 969566"/>
              <a:gd name="connsiteX75" fmla="*/ 401766 w 806027"/>
              <a:gd name="connsiteY75" fmla="*/ 244261 h 969566"/>
              <a:gd name="connsiteX76" fmla="*/ 702786 w 806027"/>
              <a:gd name="connsiteY76" fmla="*/ 227767 h 969566"/>
              <a:gd name="connsiteX77" fmla="*/ 667958 w 806027"/>
              <a:gd name="connsiteY77" fmla="*/ 261372 h 969566"/>
              <a:gd name="connsiteX78" fmla="*/ 672933 w 806027"/>
              <a:gd name="connsiteY78" fmla="*/ 266350 h 969566"/>
              <a:gd name="connsiteX79" fmla="*/ 679152 w 806027"/>
              <a:gd name="connsiteY79" fmla="*/ 271329 h 969566"/>
              <a:gd name="connsiteX80" fmla="*/ 695323 w 806027"/>
              <a:gd name="connsiteY80" fmla="*/ 288754 h 969566"/>
              <a:gd name="connsiteX81" fmla="*/ 702786 w 806027"/>
              <a:gd name="connsiteY81" fmla="*/ 296221 h 969566"/>
              <a:gd name="connsiteX82" fmla="*/ 707761 w 806027"/>
              <a:gd name="connsiteY82" fmla="*/ 301200 h 969566"/>
              <a:gd name="connsiteX83" fmla="*/ 741346 w 806027"/>
              <a:gd name="connsiteY83" fmla="*/ 267595 h 969566"/>
              <a:gd name="connsiteX84" fmla="*/ 104485 w 806027"/>
              <a:gd name="connsiteY84" fmla="*/ 222788 h 969566"/>
              <a:gd name="connsiteX85" fmla="*/ 84137 w 806027"/>
              <a:gd name="connsiteY85" fmla="*/ 243805 h 969566"/>
              <a:gd name="connsiteX86" fmla="*/ 65925 w 806027"/>
              <a:gd name="connsiteY86" fmla="*/ 262616 h 969566"/>
              <a:gd name="connsiteX87" fmla="*/ 100753 w 806027"/>
              <a:gd name="connsiteY87" fmla="*/ 297466 h 969566"/>
              <a:gd name="connsiteX88" fmla="*/ 126875 w 806027"/>
              <a:gd name="connsiteY88" fmla="*/ 271329 h 969566"/>
              <a:gd name="connsiteX89" fmla="*/ 135582 w 806027"/>
              <a:gd name="connsiteY89" fmla="*/ 263861 h 969566"/>
              <a:gd name="connsiteX90" fmla="*/ 140557 w 806027"/>
              <a:gd name="connsiteY90" fmla="*/ 258883 h 969566"/>
              <a:gd name="connsiteX91" fmla="*/ 732639 w 806027"/>
              <a:gd name="connsiteY91" fmla="*/ 197896 h 969566"/>
              <a:gd name="connsiteX92" fmla="*/ 720200 w 806027"/>
              <a:gd name="connsiteY92" fmla="*/ 210342 h 969566"/>
              <a:gd name="connsiteX93" fmla="*/ 760004 w 806027"/>
              <a:gd name="connsiteY93" fmla="*/ 248926 h 969566"/>
              <a:gd name="connsiteX94" fmla="*/ 771199 w 806027"/>
              <a:gd name="connsiteY94" fmla="*/ 237724 h 969566"/>
              <a:gd name="connsiteX95" fmla="*/ 771199 w 806027"/>
              <a:gd name="connsiteY95" fmla="*/ 226522 h 969566"/>
              <a:gd name="connsiteX96" fmla="*/ 743834 w 806027"/>
              <a:gd name="connsiteY96" fmla="*/ 197896 h 969566"/>
              <a:gd name="connsiteX97" fmla="*/ 732639 w 806027"/>
              <a:gd name="connsiteY97" fmla="*/ 197896 h 969566"/>
              <a:gd name="connsiteX98" fmla="*/ 74632 w 806027"/>
              <a:gd name="connsiteY98" fmla="*/ 195407 h 969566"/>
              <a:gd name="connsiteX99" fmla="*/ 69657 w 806027"/>
              <a:gd name="connsiteY99" fmla="*/ 197896 h 969566"/>
              <a:gd name="connsiteX100" fmla="*/ 39804 w 806027"/>
              <a:gd name="connsiteY100" fmla="*/ 226522 h 969566"/>
              <a:gd name="connsiteX101" fmla="*/ 38560 w 806027"/>
              <a:gd name="connsiteY101" fmla="*/ 231501 h 969566"/>
              <a:gd name="connsiteX102" fmla="*/ 39804 w 806027"/>
              <a:gd name="connsiteY102" fmla="*/ 237724 h 969566"/>
              <a:gd name="connsiteX103" fmla="*/ 48511 w 806027"/>
              <a:gd name="connsiteY103" fmla="*/ 245192 h 969566"/>
              <a:gd name="connsiteX104" fmla="*/ 59247 w 806027"/>
              <a:gd name="connsiteY104" fmla="*/ 234102 h 969566"/>
              <a:gd name="connsiteX105" fmla="*/ 87071 w 806027"/>
              <a:gd name="connsiteY105" fmla="*/ 205364 h 969566"/>
              <a:gd name="connsiteX106" fmla="*/ 79608 w 806027"/>
              <a:gd name="connsiteY106" fmla="*/ 197896 h 969566"/>
              <a:gd name="connsiteX107" fmla="*/ 74632 w 806027"/>
              <a:gd name="connsiteY107" fmla="*/ 195407 h 969566"/>
              <a:gd name="connsiteX108" fmla="*/ 383112 w 806027"/>
              <a:gd name="connsiteY108" fmla="*/ 187939 h 969566"/>
              <a:gd name="connsiteX109" fmla="*/ 164191 w 806027"/>
              <a:gd name="connsiteY109" fmla="*/ 272574 h 969566"/>
              <a:gd name="connsiteX110" fmla="*/ 160459 w 806027"/>
              <a:gd name="connsiteY110" fmla="*/ 275063 h 969566"/>
              <a:gd name="connsiteX111" fmla="*/ 148020 w 806027"/>
              <a:gd name="connsiteY111" fmla="*/ 286264 h 969566"/>
              <a:gd name="connsiteX112" fmla="*/ 23634 w 806027"/>
              <a:gd name="connsiteY112" fmla="*/ 566306 h 969566"/>
              <a:gd name="connsiteX113" fmla="*/ 401770 w 806027"/>
              <a:gd name="connsiteY113" fmla="*/ 943429 h 969566"/>
              <a:gd name="connsiteX114" fmla="*/ 779906 w 806027"/>
              <a:gd name="connsiteY114" fmla="*/ 566306 h 969566"/>
              <a:gd name="connsiteX115" fmla="*/ 422915 w 806027"/>
              <a:gd name="connsiteY115" fmla="*/ 187939 h 969566"/>
              <a:gd name="connsiteX116" fmla="*/ 383112 w 806027"/>
              <a:gd name="connsiteY116" fmla="*/ 187939 h 969566"/>
              <a:gd name="connsiteX117" fmla="*/ 394306 w 806027"/>
              <a:gd name="connsiteY117" fmla="*/ 105793 h 969566"/>
              <a:gd name="connsiteX118" fmla="*/ 394306 w 806027"/>
              <a:gd name="connsiteY118" fmla="*/ 161802 h 969566"/>
              <a:gd name="connsiteX119" fmla="*/ 401770 w 806027"/>
              <a:gd name="connsiteY119" fmla="*/ 161802 h 969566"/>
              <a:gd name="connsiteX120" fmla="*/ 410477 w 806027"/>
              <a:gd name="connsiteY120" fmla="*/ 161802 h 969566"/>
              <a:gd name="connsiteX121" fmla="*/ 410477 w 806027"/>
              <a:gd name="connsiteY121" fmla="*/ 105793 h 969566"/>
              <a:gd name="connsiteX122" fmla="*/ 455256 w 806027"/>
              <a:gd name="connsiteY122" fmla="*/ 26137 h 969566"/>
              <a:gd name="connsiteX123" fmla="*/ 455256 w 806027"/>
              <a:gd name="connsiteY123" fmla="*/ 80901 h 969566"/>
              <a:gd name="connsiteX124" fmla="*/ 486353 w 806027"/>
              <a:gd name="connsiteY124" fmla="*/ 80901 h 969566"/>
              <a:gd name="connsiteX125" fmla="*/ 511230 w 806027"/>
              <a:gd name="connsiteY125" fmla="*/ 56008 h 969566"/>
              <a:gd name="connsiteX126" fmla="*/ 511230 w 806027"/>
              <a:gd name="connsiteY126" fmla="*/ 51030 h 969566"/>
              <a:gd name="connsiteX127" fmla="*/ 486353 w 806027"/>
              <a:gd name="connsiteY127" fmla="*/ 26137 h 969566"/>
              <a:gd name="connsiteX128" fmla="*/ 374405 w 806027"/>
              <a:gd name="connsiteY128" fmla="*/ 26137 h 969566"/>
              <a:gd name="connsiteX129" fmla="*/ 374405 w 806027"/>
              <a:gd name="connsiteY129" fmla="*/ 80901 h 969566"/>
              <a:gd name="connsiteX130" fmla="*/ 394306 w 806027"/>
              <a:gd name="connsiteY130" fmla="*/ 80901 h 969566"/>
              <a:gd name="connsiteX131" fmla="*/ 410477 w 806027"/>
              <a:gd name="connsiteY131" fmla="*/ 80901 h 969566"/>
              <a:gd name="connsiteX132" fmla="*/ 430379 w 806027"/>
              <a:gd name="connsiteY132" fmla="*/ 80901 h 969566"/>
              <a:gd name="connsiteX133" fmla="*/ 430379 w 806027"/>
              <a:gd name="connsiteY133" fmla="*/ 26137 h 969566"/>
              <a:gd name="connsiteX134" fmla="*/ 319674 w 806027"/>
              <a:gd name="connsiteY134" fmla="*/ 26137 h 969566"/>
              <a:gd name="connsiteX135" fmla="*/ 294797 w 806027"/>
              <a:gd name="connsiteY135" fmla="*/ 51030 h 969566"/>
              <a:gd name="connsiteX136" fmla="*/ 294797 w 806027"/>
              <a:gd name="connsiteY136" fmla="*/ 56008 h 969566"/>
              <a:gd name="connsiteX137" fmla="*/ 301638 w 806027"/>
              <a:gd name="connsiteY137" fmla="*/ 73588 h 969566"/>
              <a:gd name="connsiteX138" fmla="*/ 317309 w 806027"/>
              <a:gd name="connsiteY138" fmla="*/ 79942 h 969566"/>
              <a:gd name="connsiteX139" fmla="*/ 319674 w 806027"/>
              <a:gd name="connsiteY139" fmla="*/ 80901 h 969566"/>
              <a:gd name="connsiteX140" fmla="*/ 349527 w 806027"/>
              <a:gd name="connsiteY140" fmla="*/ 80901 h 969566"/>
              <a:gd name="connsiteX141" fmla="*/ 349527 w 806027"/>
              <a:gd name="connsiteY141" fmla="*/ 26137 h 969566"/>
              <a:gd name="connsiteX142" fmla="*/ 319674 w 806027"/>
              <a:gd name="connsiteY142" fmla="*/ 0 h 969566"/>
              <a:gd name="connsiteX143" fmla="*/ 486353 w 806027"/>
              <a:gd name="connsiteY143" fmla="*/ 0 h 969566"/>
              <a:gd name="connsiteX144" fmla="*/ 536107 w 806027"/>
              <a:gd name="connsiteY144" fmla="*/ 51030 h 969566"/>
              <a:gd name="connsiteX145" fmla="*/ 536107 w 806027"/>
              <a:gd name="connsiteY145" fmla="*/ 56008 h 969566"/>
              <a:gd name="connsiteX146" fmla="*/ 486353 w 806027"/>
              <a:gd name="connsiteY146" fmla="*/ 105793 h 969566"/>
              <a:gd name="connsiteX147" fmla="*/ 436598 w 806027"/>
              <a:gd name="connsiteY147" fmla="*/ 105793 h 969566"/>
              <a:gd name="connsiteX148" fmla="*/ 436598 w 806027"/>
              <a:gd name="connsiteY148" fmla="*/ 163046 h 969566"/>
              <a:gd name="connsiteX149" fmla="*/ 648056 w 806027"/>
              <a:gd name="connsiteY149" fmla="*/ 246436 h 969566"/>
              <a:gd name="connsiteX150" fmla="*/ 713981 w 806027"/>
              <a:gd name="connsiteY150" fmla="*/ 180471 h 969566"/>
              <a:gd name="connsiteX151" fmla="*/ 760004 w 806027"/>
              <a:gd name="connsiteY151" fmla="*/ 180471 h 969566"/>
              <a:gd name="connsiteX152" fmla="*/ 789857 w 806027"/>
              <a:gd name="connsiteY152" fmla="*/ 207853 h 969566"/>
              <a:gd name="connsiteX153" fmla="*/ 789857 w 806027"/>
              <a:gd name="connsiteY153" fmla="*/ 255149 h 969566"/>
              <a:gd name="connsiteX154" fmla="*/ 769955 w 806027"/>
              <a:gd name="connsiteY154" fmla="*/ 275063 h 969566"/>
              <a:gd name="connsiteX155" fmla="*/ 768711 w 806027"/>
              <a:gd name="connsiteY155" fmla="*/ 276307 h 969566"/>
              <a:gd name="connsiteX156" fmla="*/ 767467 w 806027"/>
              <a:gd name="connsiteY156" fmla="*/ 276307 h 969566"/>
              <a:gd name="connsiteX157" fmla="*/ 723932 w 806027"/>
              <a:gd name="connsiteY157" fmla="*/ 321114 h 969566"/>
              <a:gd name="connsiteX158" fmla="*/ 806027 w 806027"/>
              <a:gd name="connsiteY158" fmla="*/ 566306 h 969566"/>
              <a:gd name="connsiteX159" fmla="*/ 401770 w 806027"/>
              <a:gd name="connsiteY159" fmla="*/ 969566 h 969566"/>
              <a:gd name="connsiteX160" fmla="*/ 0 w 806027"/>
              <a:gd name="connsiteY160" fmla="*/ 566306 h 969566"/>
              <a:gd name="connsiteX161" fmla="*/ 85827 w 806027"/>
              <a:gd name="connsiteY161" fmla="*/ 317380 h 969566"/>
              <a:gd name="connsiteX162" fmla="*/ 22390 w 806027"/>
              <a:gd name="connsiteY162" fmla="*/ 255149 h 969566"/>
              <a:gd name="connsiteX163" fmla="*/ 12439 w 806027"/>
              <a:gd name="connsiteY163" fmla="*/ 231501 h 969566"/>
              <a:gd name="connsiteX164" fmla="*/ 22390 w 806027"/>
              <a:gd name="connsiteY164" fmla="*/ 207853 h 969566"/>
              <a:gd name="connsiteX165" fmla="*/ 50999 w 806027"/>
              <a:gd name="connsiteY165" fmla="*/ 180471 h 969566"/>
              <a:gd name="connsiteX166" fmla="*/ 97022 w 806027"/>
              <a:gd name="connsiteY166" fmla="*/ 180471 h 969566"/>
              <a:gd name="connsiteX167" fmla="*/ 160459 w 806027"/>
              <a:gd name="connsiteY167" fmla="*/ 243947 h 969566"/>
              <a:gd name="connsiteX168" fmla="*/ 369429 w 806027"/>
              <a:gd name="connsiteY168" fmla="*/ 163046 h 969566"/>
              <a:gd name="connsiteX169" fmla="*/ 369429 w 806027"/>
              <a:gd name="connsiteY169" fmla="*/ 135354 h 969566"/>
              <a:gd name="connsiteX170" fmla="*/ 369429 w 806027"/>
              <a:gd name="connsiteY170" fmla="*/ 105793 h 969566"/>
              <a:gd name="connsiteX171" fmla="*/ 341625 w 806027"/>
              <a:gd name="connsiteY171" fmla="*/ 105793 h 969566"/>
              <a:gd name="connsiteX172" fmla="*/ 319674 w 806027"/>
              <a:gd name="connsiteY172" fmla="*/ 105793 h 969566"/>
              <a:gd name="connsiteX173" fmla="*/ 268676 w 806027"/>
              <a:gd name="connsiteY173" fmla="*/ 56008 h 969566"/>
              <a:gd name="connsiteX174" fmla="*/ 268676 w 806027"/>
              <a:gd name="connsiteY174" fmla="*/ 51030 h 969566"/>
              <a:gd name="connsiteX175" fmla="*/ 319674 w 806027"/>
              <a:gd name="connsiteY175" fmla="*/ 0 h 969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806027" h="969566">
                <a:moveTo>
                  <a:pt x="401768" y="402532"/>
                </a:moveTo>
                <a:cubicBezTo>
                  <a:pt x="410405" y="402532"/>
                  <a:pt x="415340" y="408740"/>
                  <a:pt x="415340" y="416189"/>
                </a:cubicBezTo>
                <a:lnTo>
                  <a:pt x="415340" y="448469"/>
                </a:lnTo>
                <a:cubicBezTo>
                  <a:pt x="430146" y="452193"/>
                  <a:pt x="447420" y="459643"/>
                  <a:pt x="452355" y="480749"/>
                </a:cubicBezTo>
                <a:cubicBezTo>
                  <a:pt x="454823" y="486956"/>
                  <a:pt x="451121" y="494405"/>
                  <a:pt x="444952" y="495647"/>
                </a:cubicBezTo>
                <a:cubicBezTo>
                  <a:pt x="437549" y="498130"/>
                  <a:pt x="431380" y="494405"/>
                  <a:pt x="428912" y="486956"/>
                </a:cubicBezTo>
                <a:cubicBezTo>
                  <a:pt x="425211" y="473299"/>
                  <a:pt x="405470" y="473299"/>
                  <a:pt x="404236" y="473299"/>
                </a:cubicBezTo>
                <a:cubicBezTo>
                  <a:pt x="382027" y="473299"/>
                  <a:pt x="363520" y="491922"/>
                  <a:pt x="363520" y="513028"/>
                </a:cubicBezTo>
                <a:cubicBezTo>
                  <a:pt x="363520" y="535376"/>
                  <a:pt x="380794" y="553999"/>
                  <a:pt x="401768" y="555240"/>
                </a:cubicBezTo>
                <a:lnTo>
                  <a:pt x="404236" y="555240"/>
                </a:lnTo>
                <a:cubicBezTo>
                  <a:pt x="438783" y="556482"/>
                  <a:pt x="465927" y="585037"/>
                  <a:pt x="465927" y="621041"/>
                </a:cubicBezTo>
                <a:cubicBezTo>
                  <a:pt x="465927" y="653321"/>
                  <a:pt x="444952" y="679393"/>
                  <a:pt x="415340" y="685601"/>
                </a:cubicBezTo>
                <a:lnTo>
                  <a:pt x="415340" y="719122"/>
                </a:lnTo>
                <a:cubicBezTo>
                  <a:pt x="415340" y="725330"/>
                  <a:pt x="410405" y="731537"/>
                  <a:pt x="401768" y="731537"/>
                </a:cubicBezTo>
                <a:cubicBezTo>
                  <a:pt x="395599" y="731537"/>
                  <a:pt x="390664" y="725330"/>
                  <a:pt x="390664" y="719122"/>
                </a:cubicBezTo>
                <a:lnTo>
                  <a:pt x="390664" y="688084"/>
                </a:lnTo>
                <a:cubicBezTo>
                  <a:pt x="379560" y="685601"/>
                  <a:pt x="363520" y="683118"/>
                  <a:pt x="351182" y="671944"/>
                </a:cubicBezTo>
                <a:cubicBezTo>
                  <a:pt x="346247" y="668219"/>
                  <a:pt x="345013" y="659529"/>
                  <a:pt x="349948" y="654562"/>
                </a:cubicBezTo>
                <a:cubicBezTo>
                  <a:pt x="353650" y="649596"/>
                  <a:pt x="362286" y="648355"/>
                  <a:pt x="367222" y="653321"/>
                </a:cubicBezTo>
                <a:cubicBezTo>
                  <a:pt x="377092" y="662012"/>
                  <a:pt x="394366" y="662012"/>
                  <a:pt x="400535" y="662012"/>
                </a:cubicBezTo>
                <a:cubicBezTo>
                  <a:pt x="423977" y="662012"/>
                  <a:pt x="441251" y="644630"/>
                  <a:pt x="441251" y="621041"/>
                </a:cubicBezTo>
                <a:cubicBezTo>
                  <a:pt x="441251" y="598694"/>
                  <a:pt x="423977" y="581312"/>
                  <a:pt x="401768" y="581312"/>
                </a:cubicBezTo>
                <a:lnTo>
                  <a:pt x="400535" y="581312"/>
                </a:lnTo>
                <a:cubicBezTo>
                  <a:pt x="365988" y="578829"/>
                  <a:pt x="337610" y="549033"/>
                  <a:pt x="337610" y="513028"/>
                </a:cubicBezTo>
                <a:cubicBezTo>
                  <a:pt x="337610" y="483232"/>
                  <a:pt x="361053" y="455918"/>
                  <a:pt x="390664" y="449710"/>
                </a:cubicBezTo>
                <a:lnTo>
                  <a:pt x="390664" y="416189"/>
                </a:lnTo>
                <a:cubicBezTo>
                  <a:pt x="390664" y="408740"/>
                  <a:pt x="395599" y="402532"/>
                  <a:pt x="401768" y="402532"/>
                </a:cubicBezTo>
                <a:close/>
                <a:moveTo>
                  <a:pt x="390576" y="269137"/>
                </a:moveTo>
                <a:cubicBezTo>
                  <a:pt x="318459" y="271625"/>
                  <a:pt x="251316" y="300233"/>
                  <a:pt x="201580" y="347498"/>
                </a:cubicBezTo>
                <a:lnTo>
                  <a:pt x="230178" y="376106"/>
                </a:lnTo>
                <a:cubicBezTo>
                  <a:pt x="236395" y="381081"/>
                  <a:pt x="236395" y="388544"/>
                  <a:pt x="230178" y="393520"/>
                </a:cubicBezTo>
                <a:cubicBezTo>
                  <a:pt x="228935" y="396007"/>
                  <a:pt x="225205" y="397251"/>
                  <a:pt x="221475" y="397251"/>
                </a:cubicBezTo>
                <a:cubicBezTo>
                  <a:pt x="217744" y="397251"/>
                  <a:pt x="215258" y="396007"/>
                  <a:pt x="212771" y="393520"/>
                </a:cubicBezTo>
                <a:lnTo>
                  <a:pt x="184173" y="364912"/>
                </a:lnTo>
                <a:cubicBezTo>
                  <a:pt x="138167" y="414665"/>
                  <a:pt x="108326" y="480588"/>
                  <a:pt x="105839" y="552730"/>
                </a:cubicBezTo>
                <a:lnTo>
                  <a:pt x="146871" y="552730"/>
                </a:lnTo>
                <a:cubicBezTo>
                  <a:pt x="153088" y="552730"/>
                  <a:pt x="159305" y="558949"/>
                  <a:pt x="159305" y="565168"/>
                </a:cubicBezTo>
                <a:cubicBezTo>
                  <a:pt x="159305" y="572631"/>
                  <a:pt x="153088" y="578850"/>
                  <a:pt x="146871" y="578850"/>
                </a:cubicBezTo>
                <a:lnTo>
                  <a:pt x="105839" y="578850"/>
                </a:lnTo>
                <a:cubicBezTo>
                  <a:pt x="108326" y="650992"/>
                  <a:pt x="138167" y="716914"/>
                  <a:pt x="184173" y="766667"/>
                </a:cubicBezTo>
                <a:lnTo>
                  <a:pt x="212771" y="738059"/>
                </a:lnTo>
                <a:cubicBezTo>
                  <a:pt x="217744" y="733084"/>
                  <a:pt x="226448" y="733084"/>
                  <a:pt x="230178" y="738059"/>
                </a:cubicBezTo>
                <a:cubicBezTo>
                  <a:pt x="236395" y="743035"/>
                  <a:pt x="236395" y="750498"/>
                  <a:pt x="230178" y="755473"/>
                </a:cubicBezTo>
                <a:lnTo>
                  <a:pt x="201580" y="784081"/>
                </a:lnTo>
                <a:cubicBezTo>
                  <a:pt x="251316" y="831346"/>
                  <a:pt x="318459" y="859954"/>
                  <a:pt x="390576" y="862442"/>
                </a:cubicBezTo>
                <a:lnTo>
                  <a:pt x="390576" y="821396"/>
                </a:lnTo>
                <a:cubicBezTo>
                  <a:pt x="390576" y="815177"/>
                  <a:pt x="395549" y="808957"/>
                  <a:pt x="401766" y="808957"/>
                </a:cubicBezTo>
                <a:cubicBezTo>
                  <a:pt x="410470" y="808957"/>
                  <a:pt x="415444" y="815177"/>
                  <a:pt x="415444" y="821396"/>
                </a:cubicBezTo>
                <a:lnTo>
                  <a:pt x="415444" y="862442"/>
                </a:lnTo>
                <a:cubicBezTo>
                  <a:pt x="487560" y="859954"/>
                  <a:pt x="553460" y="831346"/>
                  <a:pt x="603196" y="784081"/>
                </a:cubicBezTo>
                <a:lnTo>
                  <a:pt x="574598" y="755473"/>
                </a:lnTo>
                <a:cubicBezTo>
                  <a:pt x="569624" y="750498"/>
                  <a:pt x="569624" y="743035"/>
                  <a:pt x="574598" y="738059"/>
                </a:cubicBezTo>
                <a:cubicBezTo>
                  <a:pt x="579571" y="733084"/>
                  <a:pt x="588275" y="733084"/>
                  <a:pt x="593249" y="738059"/>
                </a:cubicBezTo>
                <a:lnTo>
                  <a:pt x="621847" y="766667"/>
                </a:lnTo>
                <a:cubicBezTo>
                  <a:pt x="666609" y="716914"/>
                  <a:pt x="696450" y="650992"/>
                  <a:pt x="700180" y="578850"/>
                </a:cubicBezTo>
                <a:lnTo>
                  <a:pt x="698937" y="578850"/>
                </a:lnTo>
                <a:lnTo>
                  <a:pt x="659148" y="578850"/>
                </a:lnTo>
                <a:cubicBezTo>
                  <a:pt x="651688" y="578850"/>
                  <a:pt x="645471" y="572631"/>
                  <a:pt x="645471" y="565168"/>
                </a:cubicBezTo>
                <a:cubicBezTo>
                  <a:pt x="645471" y="558949"/>
                  <a:pt x="651688" y="552730"/>
                  <a:pt x="659148" y="552730"/>
                </a:cubicBezTo>
                <a:lnTo>
                  <a:pt x="698937" y="552730"/>
                </a:lnTo>
                <a:lnTo>
                  <a:pt x="700180" y="552730"/>
                </a:lnTo>
                <a:cubicBezTo>
                  <a:pt x="696450" y="480588"/>
                  <a:pt x="666609" y="414665"/>
                  <a:pt x="621847" y="364912"/>
                </a:cubicBezTo>
                <a:lnTo>
                  <a:pt x="593249" y="393520"/>
                </a:lnTo>
                <a:cubicBezTo>
                  <a:pt x="590762" y="396007"/>
                  <a:pt x="587032" y="397251"/>
                  <a:pt x="583301" y="397251"/>
                </a:cubicBezTo>
                <a:cubicBezTo>
                  <a:pt x="580815" y="397251"/>
                  <a:pt x="577084" y="396007"/>
                  <a:pt x="574598" y="393520"/>
                </a:cubicBezTo>
                <a:cubicBezTo>
                  <a:pt x="569624" y="388544"/>
                  <a:pt x="569624" y="381081"/>
                  <a:pt x="574598" y="376106"/>
                </a:cubicBezTo>
                <a:lnTo>
                  <a:pt x="603196" y="347498"/>
                </a:lnTo>
                <a:cubicBezTo>
                  <a:pt x="553460" y="300233"/>
                  <a:pt x="487560" y="271625"/>
                  <a:pt x="415444" y="269137"/>
                </a:cubicBezTo>
                <a:lnTo>
                  <a:pt x="415444" y="310183"/>
                </a:lnTo>
                <a:cubicBezTo>
                  <a:pt x="415444" y="316403"/>
                  <a:pt x="410470" y="322622"/>
                  <a:pt x="401766" y="322622"/>
                </a:cubicBezTo>
                <a:cubicBezTo>
                  <a:pt x="395549" y="322622"/>
                  <a:pt x="390576" y="316403"/>
                  <a:pt x="390576" y="310183"/>
                </a:cubicBezTo>
                <a:close/>
                <a:moveTo>
                  <a:pt x="401766" y="244261"/>
                </a:moveTo>
                <a:cubicBezTo>
                  <a:pt x="580815" y="244261"/>
                  <a:pt x="725048" y="388544"/>
                  <a:pt x="725048" y="565168"/>
                </a:cubicBezTo>
                <a:cubicBezTo>
                  <a:pt x="725048" y="743035"/>
                  <a:pt x="580815" y="888562"/>
                  <a:pt x="401766" y="888562"/>
                </a:cubicBezTo>
                <a:cubicBezTo>
                  <a:pt x="225205" y="888562"/>
                  <a:pt x="79728" y="743035"/>
                  <a:pt x="79728" y="565168"/>
                </a:cubicBezTo>
                <a:cubicBezTo>
                  <a:pt x="79728" y="388544"/>
                  <a:pt x="225205" y="244261"/>
                  <a:pt x="401766" y="244261"/>
                </a:cubicBezTo>
                <a:close/>
                <a:moveTo>
                  <a:pt x="702786" y="227767"/>
                </a:moveTo>
                <a:lnTo>
                  <a:pt x="667958" y="261372"/>
                </a:lnTo>
                <a:cubicBezTo>
                  <a:pt x="669201" y="262616"/>
                  <a:pt x="671689" y="265106"/>
                  <a:pt x="672933" y="266350"/>
                </a:cubicBezTo>
                <a:cubicBezTo>
                  <a:pt x="674177" y="267595"/>
                  <a:pt x="676665" y="270084"/>
                  <a:pt x="679152" y="271329"/>
                </a:cubicBezTo>
                <a:cubicBezTo>
                  <a:pt x="685372" y="277552"/>
                  <a:pt x="690347" y="282531"/>
                  <a:pt x="695323" y="288754"/>
                </a:cubicBezTo>
                <a:cubicBezTo>
                  <a:pt x="697810" y="291243"/>
                  <a:pt x="700298" y="294977"/>
                  <a:pt x="702786" y="296221"/>
                </a:cubicBezTo>
                <a:cubicBezTo>
                  <a:pt x="704030" y="297466"/>
                  <a:pt x="706518" y="299955"/>
                  <a:pt x="707761" y="301200"/>
                </a:cubicBezTo>
                <a:lnTo>
                  <a:pt x="741346" y="267595"/>
                </a:lnTo>
                <a:close/>
                <a:moveTo>
                  <a:pt x="104485" y="222788"/>
                </a:moveTo>
                <a:lnTo>
                  <a:pt x="84137" y="243805"/>
                </a:lnTo>
                <a:lnTo>
                  <a:pt x="65925" y="262616"/>
                </a:lnTo>
                <a:lnTo>
                  <a:pt x="100753" y="297466"/>
                </a:lnTo>
                <a:cubicBezTo>
                  <a:pt x="109460" y="288754"/>
                  <a:pt x="118168" y="280041"/>
                  <a:pt x="126875" y="271329"/>
                </a:cubicBezTo>
                <a:cubicBezTo>
                  <a:pt x="130606" y="268840"/>
                  <a:pt x="131850" y="266350"/>
                  <a:pt x="135582" y="263861"/>
                </a:cubicBezTo>
                <a:cubicBezTo>
                  <a:pt x="136826" y="262616"/>
                  <a:pt x="139313" y="261372"/>
                  <a:pt x="140557" y="258883"/>
                </a:cubicBezTo>
                <a:close/>
                <a:moveTo>
                  <a:pt x="732639" y="197896"/>
                </a:moveTo>
                <a:lnTo>
                  <a:pt x="720200" y="210342"/>
                </a:lnTo>
                <a:lnTo>
                  <a:pt x="760004" y="248926"/>
                </a:lnTo>
                <a:lnTo>
                  <a:pt x="771199" y="237724"/>
                </a:lnTo>
                <a:cubicBezTo>
                  <a:pt x="773686" y="233990"/>
                  <a:pt x="773686" y="230256"/>
                  <a:pt x="771199" y="226522"/>
                </a:cubicBezTo>
                <a:lnTo>
                  <a:pt x="743834" y="197896"/>
                </a:lnTo>
                <a:cubicBezTo>
                  <a:pt x="740102" y="195407"/>
                  <a:pt x="735126" y="195407"/>
                  <a:pt x="732639" y="197896"/>
                </a:cubicBezTo>
                <a:close/>
                <a:moveTo>
                  <a:pt x="74632" y="195407"/>
                </a:moveTo>
                <a:cubicBezTo>
                  <a:pt x="72144" y="195407"/>
                  <a:pt x="69657" y="196651"/>
                  <a:pt x="69657" y="197896"/>
                </a:cubicBezTo>
                <a:lnTo>
                  <a:pt x="39804" y="226522"/>
                </a:lnTo>
                <a:cubicBezTo>
                  <a:pt x="38560" y="227767"/>
                  <a:pt x="38560" y="230256"/>
                  <a:pt x="38560" y="231501"/>
                </a:cubicBezTo>
                <a:cubicBezTo>
                  <a:pt x="38560" y="233990"/>
                  <a:pt x="38560" y="235235"/>
                  <a:pt x="39804" y="237724"/>
                </a:cubicBezTo>
                <a:lnTo>
                  <a:pt x="48511" y="245192"/>
                </a:lnTo>
                <a:lnTo>
                  <a:pt x="59247" y="234102"/>
                </a:lnTo>
                <a:lnTo>
                  <a:pt x="87071" y="205364"/>
                </a:lnTo>
                <a:lnTo>
                  <a:pt x="79608" y="197896"/>
                </a:lnTo>
                <a:cubicBezTo>
                  <a:pt x="78364" y="196651"/>
                  <a:pt x="75876" y="195407"/>
                  <a:pt x="74632" y="195407"/>
                </a:cubicBezTo>
                <a:close/>
                <a:moveTo>
                  <a:pt x="383112" y="187939"/>
                </a:moveTo>
                <a:cubicBezTo>
                  <a:pt x="299772" y="191673"/>
                  <a:pt x="223896" y="224033"/>
                  <a:pt x="164191" y="272574"/>
                </a:cubicBezTo>
                <a:cubicBezTo>
                  <a:pt x="161703" y="273818"/>
                  <a:pt x="161703" y="275063"/>
                  <a:pt x="160459" y="275063"/>
                </a:cubicBezTo>
                <a:cubicBezTo>
                  <a:pt x="156727" y="278797"/>
                  <a:pt x="152996" y="282531"/>
                  <a:pt x="148020" y="286264"/>
                </a:cubicBezTo>
                <a:cubicBezTo>
                  <a:pt x="72144" y="354719"/>
                  <a:pt x="23634" y="454290"/>
                  <a:pt x="23634" y="566306"/>
                </a:cubicBezTo>
                <a:cubicBezTo>
                  <a:pt x="23634" y="774159"/>
                  <a:pt x="194044" y="943429"/>
                  <a:pt x="401770" y="943429"/>
                </a:cubicBezTo>
                <a:cubicBezTo>
                  <a:pt x="610740" y="943429"/>
                  <a:pt x="779906" y="774159"/>
                  <a:pt x="779906" y="566306"/>
                </a:cubicBezTo>
                <a:cubicBezTo>
                  <a:pt x="779906" y="363431"/>
                  <a:pt x="621934" y="197896"/>
                  <a:pt x="422915" y="187939"/>
                </a:cubicBezTo>
                <a:cubicBezTo>
                  <a:pt x="409233" y="186694"/>
                  <a:pt x="396794" y="186694"/>
                  <a:pt x="383112" y="187939"/>
                </a:cubicBezTo>
                <a:close/>
                <a:moveTo>
                  <a:pt x="394306" y="105793"/>
                </a:moveTo>
                <a:lnTo>
                  <a:pt x="394306" y="161802"/>
                </a:lnTo>
                <a:cubicBezTo>
                  <a:pt x="396794" y="161802"/>
                  <a:pt x="400526" y="161802"/>
                  <a:pt x="401770" y="161802"/>
                </a:cubicBezTo>
                <a:cubicBezTo>
                  <a:pt x="405501" y="161802"/>
                  <a:pt x="407989" y="161802"/>
                  <a:pt x="410477" y="161802"/>
                </a:cubicBezTo>
                <a:lnTo>
                  <a:pt x="410477" y="105793"/>
                </a:lnTo>
                <a:close/>
                <a:moveTo>
                  <a:pt x="455256" y="26137"/>
                </a:moveTo>
                <a:lnTo>
                  <a:pt x="455256" y="80901"/>
                </a:lnTo>
                <a:lnTo>
                  <a:pt x="486353" y="80901"/>
                </a:lnTo>
                <a:cubicBezTo>
                  <a:pt x="500035" y="80901"/>
                  <a:pt x="511230" y="69699"/>
                  <a:pt x="511230" y="56008"/>
                </a:cubicBezTo>
                <a:lnTo>
                  <a:pt x="511230" y="51030"/>
                </a:lnTo>
                <a:cubicBezTo>
                  <a:pt x="511230" y="37339"/>
                  <a:pt x="500035" y="26137"/>
                  <a:pt x="486353" y="26137"/>
                </a:cubicBezTo>
                <a:close/>
                <a:moveTo>
                  <a:pt x="374405" y="26137"/>
                </a:moveTo>
                <a:lnTo>
                  <a:pt x="374405" y="80901"/>
                </a:lnTo>
                <a:lnTo>
                  <a:pt x="394306" y="80901"/>
                </a:lnTo>
                <a:lnTo>
                  <a:pt x="410477" y="80901"/>
                </a:lnTo>
                <a:lnTo>
                  <a:pt x="430379" y="80901"/>
                </a:lnTo>
                <a:lnTo>
                  <a:pt x="430379" y="26137"/>
                </a:lnTo>
                <a:close/>
                <a:moveTo>
                  <a:pt x="319674" y="26137"/>
                </a:moveTo>
                <a:cubicBezTo>
                  <a:pt x="304748" y="26137"/>
                  <a:pt x="294797" y="37339"/>
                  <a:pt x="294797" y="51030"/>
                </a:cubicBezTo>
                <a:lnTo>
                  <a:pt x="294797" y="56008"/>
                </a:lnTo>
                <a:cubicBezTo>
                  <a:pt x="294797" y="62854"/>
                  <a:pt x="297285" y="69077"/>
                  <a:pt x="301638" y="73588"/>
                </a:cubicBezTo>
                <a:lnTo>
                  <a:pt x="317309" y="79942"/>
                </a:lnTo>
                <a:lnTo>
                  <a:pt x="319674" y="80901"/>
                </a:lnTo>
                <a:lnTo>
                  <a:pt x="349527" y="80901"/>
                </a:lnTo>
                <a:lnTo>
                  <a:pt x="349527" y="26137"/>
                </a:lnTo>
                <a:close/>
                <a:moveTo>
                  <a:pt x="319674" y="0"/>
                </a:moveTo>
                <a:lnTo>
                  <a:pt x="486353" y="0"/>
                </a:lnTo>
                <a:cubicBezTo>
                  <a:pt x="514962" y="0"/>
                  <a:pt x="536107" y="23648"/>
                  <a:pt x="536107" y="51030"/>
                </a:cubicBezTo>
                <a:lnTo>
                  <a:pt x="536107" y="56008"/>
                </a:lnTo>
                <a:cubicBezTo>
                  <a:pt x="536107" y="84635"/>
                  <a:pt x="514962" y="105793"/>
                  <a:pt x="486353" y="105793"/>
                </a:cubicBezTo>
                <a:lnTo>
                  <a:pt x="436598" y="105793"/>
                </a:lnTo>
                <a:lnTo>
                  <a:pt x="436598" y="163046"/>
                </a:lnTo>
                <a:cubicBezTo>
                  <a:pt x="516206" y="170514"/>
                  <a:pt x="588350" y="200385"/>
                  <a:pt x="648056" y="246436"/>
                </a:cubicBezTo>
                <a:lnTo>
                  <a:pt x="713981" y="180471"/>
                </a:lnTo>
                <a:cubicBezTo>
                  <a:pt x="727663" y="166780"/>
                  <a:pt x="747565" y="166780"/>
                  <a:pt x="760004" y="180471"/>
                </a:cubicBezTo>
                <a:lnTo>
                  <a:pt x="789857" y="207853"/>
                </a:lnTo>
                <a:cubicBezTo>
                  <a:pt x="802295" y="221544"/>
                  <a:pt x="802295" y="242702"/>
                  <a:pt x="789857" y="255149"/>
                </a:cubicBezTo>
                <a:lnTo>
                  <a:pt x="769955" y="275063"/>
                </a:lnTo>
                <a:cubicBezTo>
                  <a:pt x="769955" y="275063"/>
                  <a:pt x="768711" y="275063"/>
                  <a:pt x="768711" y="276307"/>
                </a:cubicBezTo>
                <a:cubicBezTo>
                  <a:pt x="768711" y="276307"/>
                  <a:pt x="768711" y="276307"/>
                  <a:pt x="767467" y="276307"/>
                </a:cubicBezTo>
                <a:lnTo>
                  <a:pt x="723932" y="321114"/>
                </a:lnTo>
                <a:cubicBezTo>
                  <a:pt x="774930" y="389569"/>
                  <a:pt x="806027" y="474204"/>
                  <a:pt x="806027" y="566306"/>
                </a:cubicBezTo>
                <a:cubicBezTo>
                  <a:pt x="806027" y="789095"/>
                  <a:pt x="625666" y="969566"/>
                  <a:pt x="401770" y="969566"/>
                </a:cubicBezTo>
                <a:cubicBezTo>
                  <a:pt x="180361" y="969566"/>
                  <a:pt x="0" y="789095"/>
                  <a:pt x="0" y="566306"/>
                </a:cubicBezTo>
                <a:cubicBezTo>
                  <a:pt x="0" y="472959"/>
                  <a:pt x="31097" y="387079"/>
                  <a:pt x="85827" y="317380"/>
                </a:cubicBezTo>
                <a:lnTo>
                  <a:pt x="22390" y="255149"/>
                </a:lnTo>
                <a:cubicBezTo>
                  <a:pt x="16170" y="248926"/>
                  <a:pt x="12439" y="240213"/>
                  <a:pt x="12439" y="231501"/>
                </a:cubicBezTo>
                <a:cubicBezTo>
                  <a:pt x="12439" y="222788"/>
                  <a:pt x="16170" y="214076"/>
                  <a:pt x="22390" y="207853"/>
                </a:cubicBezTo>
                <a:lnTo>
                  <a:pt x="50999" y="180471"/>
                </a:lnTo>
                <a:cubicBezTo>
                  <a:pt x="64681" y="166780"/>
                  <a:pt x="84583" y="166780"/>
                  <a:pt x="97022" y="180471"/>
                </a:cubicBezTo>
                <a:lnTo>
                  <a:pt x="160459" y="243947"/>
                </a:lnTo>
                <a:cubicBezTo>
                  <a:pt x="220165" y="197896"/>
                  <a:pt x="291065" y="170514"/>
                  <a:pt x="369429" y="163046"/>
                </a:cubicBezTo>
                <a:lnTo>
                  <a:pt x="369429" y="135354"/>
                </a:lnTo>
                <a:lnTo>
                  <a:pt x="369429" y="105793"/>
                </a:lnTo>
                <a:lnTo>
                  <a:pt x="341625" y="105793"/>
                </a:lnTo>
                <a:lnTo>
                  <a:pt x="319674" y="105793"/>
                </a:lnTo>
                <a:cubicBezTo>
                  <a:pt x="291065" y="105793"/>
                  <a:pt x="268676" y="84635"/>
                  <a:pt x="268676" y="56008"/>
                </a:cubicBezTo>
                <a:lnTo>
                  <a:pt x="268676" y="51030"/>
                </a:lnTo>
                <a:cubicBezTo>
                  <a:pt x="268676" y="23648"/>
                  <a:pt x="291065" y="0"/>
                  <a:pt x="319674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solidFill>
                <a:schemeClr val="bg1"/>
              </a:solidFill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0" name="TextBox 127">
            <a:extLst>
              <a:ext uri="{FF2B5EF4-FFF2-40B4-BE49-F238E27FC236}">
                <a16:creationId xmlns:a16="http://schemas.microsoft.com/office/drawing/2014/main" id="{666FAD6E-CD6F-721E-6F70-8CFC298F436C}"/>
              </a:ext>
            </a:extLst>
          </p:cNvPr>
          <p:cNvSpPr txBox="1"/>
          <p:nvPr/>
        </p:nvSpPr>
        <p:spPr>
          <a:xfrm>
            <a:off x="8601449" y="3792556"/>
            <a:ext cx="2171213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600" b="1" spc="-30" dirty="0">
                <a:solidFill>
                  <a:schemeClr val="bg1"/>
                </a:solidFill>
                <a:latin typeface="+mj-ea"/>
                <a:ea typeface="+mj-ea"/>
                <a:cs typeface="Poppins" panose="00000500000000000000" pitchFamily="2" charset="0"/>
              </a:rPr>
              <a:t>TITLE 01</a:t>
            </a:r>
          </a:p>
        </p:txBody>
      </p:sp>
      <p:sp>
        <p:nvSpPr>
          <p:cNvPr id="41" name="标题 1">
            <a:extLst>
              <a:ext uri="{FF2B5EF4-FFF2-40B4-BE49-F238E27FC236}">
                <a16:creationId xmlns:a16="http://schemas.microsoft.com/office/drawing/2014/main" id="{55048753-B922-B19A-BCE4-05C9DBE870A5}"/>
              </a:ext>
            </a:extLst>
          </p:cNvPr>
          <p:cNvSpPr txBox="1"/>
          <p:nvPr/>
        </p:nvSpPr>
        <p:spPr>
          <a:xfrm>
            <a:off x="7985820" y="2639326"/>
            <a:ext cx="3402470" cy="5202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>
                <a:ln w="12700">
                  <a:noFill/>
                </a:ln>
                <a:solidFill>
                  <a:schemeClr val="bg1"/>
                </a:solidFill>
                <a:latin typeface="+mj-lt"/>
                <a:ea typeface="+mj-ea"/>
                <a:cs typeface="Source Han Sans CN Bold Bold"/>
              </a:rPr>
              <a:t>Consumer education</a:t>
            </a:r>
          </a:p>
        </p:txBody>
      </p:sp>
      <p:sp>
        <p:nvSpPr>
          <p:cNvPr id="42" name="标题 1">
            <a:extLst>
              <a:ext uri="{FF2B5EF4-FFF2-40B4-BE49-F238E27FC236}">
                <a16:creationId xmlns:a16="http://schemas.microsoft.com/office/drawing/2014/main" id="{96A066C0-50FB-5B77-412A-A92AC378A09E}"/>
              </a:ext>
            </a:extLst>
          </p:cNvPr>
          <p:cNvSpPr txBox="1"/>
          <p:nvPr/>
        </p:nvSpPr>
        <p:spPr>
          <a:xfrm>
            <a:off x="8124864" y="4235037"/>
            <a:ext cx="3124384" cy="16110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Source Han Sans CN Bold Bold"/>
              </a:rPr>
              <a:t>Car infographics play a crucial role in consumer education, providing detailed information about vehicle features, safety, and performance.</a:t>
            </a:r>
            <a:endParaRPr kumimoji="1" lang="en-US" altLang="zh-CN" sz="1200" dirty="0">
              <a:ln w="12700">
                <a:noFill/>
              </a:ln>
              <a:solidFill>
                <a:schemeClr val="bg1"/>
              </a:solidFill>
              <a:latin typeface="+mj-ea"/>
              <a:ea typeface="+mj-ea"/>
              <a:cs typeface="Source Han Sans CN Bold Bold"/>
            </a:endParaRPr>
          </a:p>
        </p:txBody>
      </p:sp>
    </p:spTree>
    <p:extLst>
      <p:ext uri="{BB962C8B-B14F-4D97-AF65-F5344CB8AC3E}">
        <p14:creationId xmlns:p14="http://schemas.microsoft.com/office/powerpoint/2010/main" val="2448396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图片 75">
            <a:extLst>
              <a:ext uri="{FF2B5EF4-FFF2-40B4-BE49-F238E27FC236}">
                <a16:creationId xmlns:a16="http://schemas.microsoft.com/office/drawing/2014/main" id="{3A020FD0-48A7-800C-83A4-D7313327B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900" y="1181100"/>
            <a:ext cx="5435600" cy="54356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0ABA6B5-B244-AB60-5025-8FA86CE584D7}"/>
              </a:ext>
            </a:extLst>
          </p:cNvPr>
          <p:cNvSpPr txBox="1"/>
          <p:nvPr/>
        </p:nvSpPr>
        <p:spPr>
          <a:xfrm>
            <a:off x="2065779" y="213722"/>
            <a:ext cx="401117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2000" dirty="0">
                <a:solidFill>
                  <a:schemeClr val="accent1"/>
                </a:solidFill>
                <a:latin typeface="+mj-lt"/>
                <a:ea typeface="OPPOSans B" pitchFamily="18" charset="-122"/>
                <a:cs typeface="OPPOSans B" pitchFamily="18" charset="-122"/>
              </a:rPr>
              <a:t>Car Infographic</a:t>
            </a:r>
            <a:endParaRPr kumimoji="1" lang="zh-CN" altLang="en-US" sz="2000" dirty="0">
              <a:solidFill>
                <a:schemeClr val="accent1"/>
              </a:solidFill>
              <a:latin typeface="+mj-lt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3B5C7A-5257-7AFC-4098-367D86A0AAF5}"/>
              </a:ext>
            </a:extLst>
          </p:cNvPr>
          <p:cNvSpPr txBox="1"/>
          <p:nvPr/>
        </p:nvSpPr>
        <p:spPr>
          <a:xfrm>
            <a:off x="11482500" y="286660"/>
            <a:ext cx="3735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>
                <a:latin typeface="OPPOSans R" pitchFamily="18" charset="-122"/>
                <a:ea typeface="OPPOSans R" pitchFamily="18" charset="-122"/>
                <a:cs typeface="OPPOSans R" pitchFamily="18" charset="-122"/>
              </a:defRPr>
            </a:lvl1pPr>
          </a:lstStyle>
          <a:p>
            <a:pPr algn="r"/>
            <a:r>
              <a:rPr lang="en-US" altLang="zh-CN" sz="1200" dirty="0" err="1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  <a:cs typeface="OPPOSans H" pitchFamily="18" charset="-122"/>
              </a:rPr>
              <a:t>AiPPT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  <a:latin typeface="+mj-ea"/>
              <a:ea typeface="+mj-ea"/>
              <a:cs typeface="OPPOSans H" pitchFamily="18" charset="-122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6AC6E24C-E131-A585-049D-C520A59C65B7}"/>
              </a:ext>
            </a:extLst>
          </p:cNvPr>
          <p:cNvCxnSpPr>
            <a:cxnSpLocks/>
          </p:cNvCxnSpPr>
          <p:nvPr/>
        </p:nvCxnSpPr>
        <p:spPr>
          <a:xfrm>
            <a:off x="336000" y="724727"/>
            <a:ext cx="115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8AAB86E7-11EA-90D4-1A21-2685987FC502}"/>
              </a:ext>
            </a:extLst>
          </p:cNvPr>
          <p:cNvSpPr/>
          <p:nvPr/>
        </p:nvSpPr>
        <p:spPr>
          <a:xfrm>
            <a:off x="340663" y="169610"/>
            <a:ext cx="1512000" cy="396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317500" dist="152400" dir="5400000" sx="90000" sy="9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OPPOSans R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E3E480-7068-CEF6-1331-A3533354D73C}"/>
              </a:ext>
            </a:extLst>
          </p:cNvPr>
          <p:cNvSpPr txBox="1"/>
          <p:nvPr/>
        </p:nvSpPr>
        <p:spPr>
          <a:xfrm>
            <a:off x="541666" y="298324"/>
            <a:ext cx="1109995" cy="138572"/>
          </a:xfrm>
          <a:custGeom>
            <a:avLst/>
            <a:gdLst>
              <a:gd name="connsiteX0" fmla="*/ 568487 w 1507141"/>
              <a:gd name="connsiteY0" fmla="*/ 37280 h 188151"/>
              <a:gd name="connsiteX1" fmla="*/ 560658 w 1507141"/>
              <a:gd name="connsiteY1" fmla="*/ 44876 h 188151"/>
              <a:gd name="connsiteX2" fmla="*/ 560658 w 1507141"/>
              <a:gd name="connsiteY2" fmla="*/ 44993 h 188151"/>
              <a:gd name="connsiteX3" fmla="*/ 560658 w 1507141"/>
              <a:gd name="connsiteY3" fmla="*/ 83208 h 188151"/>
              <a:gd name="connsiteX4" fmla="*/ 568370 w 1507141"/>
              <a:gd name="connsiteY4" fmla="*/ 90922 h 188151"/>
              <a:gd name="connsiteX5" fmla="*/ 568487 w 1507141"/>
              <a:gd name="connsiteY5" fmla="*/ 90920 h 188151"/>
              <a:gd name="connsiteX6" fmla="*/ 616284 w 1507141"/>
              <a:gd name="connsiteY6" fmla="*/ 90920 h 188151"/>
              <a:gd name="connsiteX7" fmla="*/ 644098 w 1507141"/>
              <a:gd name="connsiteY7" fmla="*/ 64977 h 188151"/>
              <a:gd name="connsiteX8" fmla="*/ 618289 w 1507141"/>
              <a:gd name="connsiteY8" fmla="*/ 37296 h 188151"/>
              <a:gd name="connsiteX9" fmla="*/ 617219 w 1507141"/>
              <a:gd name="connsiteY9" fmla="*/ 37280 h 188151"/>
              <a:gd name="connsiteX10" fmla="*/ 1415753 w 1507141"/>
              <a:gd name="connsiteY10" fmla="*/ 36113 h 188151"/>
              <a:gd name="connsiteX11" fmla="*/ 1415753 w 1507141"/>
              <a:gd name="connsiteY11" fmla="*/ 36230 h 188151"/>
              <a:gd name="connsiteX12" fmla="*/ 1355218 w 1507141"/>
              <a:gd name="connsiteY12" fmla="*/ 96530 h 188151"/>
              <a:gd name="connsiteX13" fmla="*/ 1415519 w 1507141"/>
              <a:gd name="connsiteY13" fmla="*/ 157065 h 188151"/>
              <a:gd name="connsiteX14" fmla="*/ 1476055 w 1507141"/>
              <a:gd name="connsiteY14" fmla="*/ 96763 h 188151"/>
              <a:gd name="connsiteX15" fmla="*/ 1476055 w 1507141"/>
              <a:gd name="connsiteY15" fmla="*/ 96646 h 188151"/>
              <a:gd name="connsiteX16" fmla="*/ 1415753 w 1507141"/>
              <a:gd name="connsiteY16" fmla="*/ 36113 h 188151"/>
              <a:gd name="connsiteX17" fmla="*/ 1026131 w 1507141"/>
              <a:gd name="connsiteY17" fmla="*/ 33069 h 188151"/>
              <a:gd name="connsiteX18" fmla="*/ 1025426 w 1507141"/>
              <a:gd name="connsiteY18" fmla="*/ 33074 h 188151"/>
              <a:gd name="connsiteX19" fmla="*/ 965594 w 1507141"/>
              <a:gd name="connsiteY19" fmla="*/ 94074 h 188151"/>
              <a:gd name="connsiteX20" fmla="*/ 1026596 w 1507141"/>
              <a:gd name="connsiteY20" fmla="*/ 153905 h 188151"/>
              <a:gd name="connsiteX21" fmla="*/ 1086429 w 1507141"/>
              <a:gd name="connsiteY21" fmla="*/ 93376 h 188151"/>
              <a:gd name="connsiteX22" fmla="*/ 1026131 w 1507141"/>
              <a:gd name="connsiteY22" fmla="*/ 33069 h 188151"/>
              <a:gd name="connsiteX23" fmla="*/ 246174 w 1507141"/>
              <a:gd name="connsiteY23" fmla="*/ 32839 h 188151"/>
              <a:gd name="connsiteX24" fmla="*/ 246174 w 1507141"/>
              <a:gd name="connsiteY24" fmla="*/ 33307 h 188151"/>
              <a:gd name="connsiteX25" fmla="*/ 185404 w 1507141"/>
              <a:gd name="connsiteY25" fmla="*/ 93842 h 188151"/>
              <a:gd name="connsiteX26" fmla="*/ 245940 w 1507141"/>
              <a:gd name="connsiteY26" fmla="*/ 154611 h 188151"/>
              <a:gd name="connsiteX27" fmla="*/ 306709 w 1507141"/>
              <a:gd name="connsiteY27" fmla="*/ 94074 h 188151"/>
              <a:gd name="connsiteX28" fmla="*/ 306709 w 1507141"/>
              <a:gd name="connsiteY28" fmla="*/ 93842 h 188151"/>
              <a:gd name="connsiteX29" fmla="*/ 246409 w 1507141"/>
              <a:gd name="connsiteY29" fmla="*/ 32839 h 188151"/>
              <a:gd name="connsiteX30" fmla="*/ 246174 w 1507141"/>
              <a:gd name="connsiteY30" fmla="*/ 32839 h 188151"/>
              <a:gd name="connsiteX31" fmla="*/ 537167 w 1507141"/>
              <a:gd name="connsiteY31" fmla="*/ 5610 h 188151"/>
              <a:gd name="connsiteX32" fmla="*/ 615933 w 1507141"/>
              <a:gd name="connsiteY32" fmla="*/ 5610 h 188151"/>
              <a:gd name="connsiteX33" fmla="*/ 657538 w 1507141"/>
              <a:gd name="connsiteY33" fmla="*/ 21971 h 188151"/>
              <a:gd name="connsiteX34" fmla="*/ 676002 w 1507141"/>
              <a:gd name="connsiteY34" fmla="*/ 62056 h 188151"/>
              <a:gd name="connsiteX35" fmla="*/ 648305 w 1507141"/>
              <a:gd name="connsiteY35" fmla="*/ 114059 h 188151"/>
              <a:gd name="connsiteX36" fmla="*/ 645501 w 1507141"/>
              <a:gd name="connsiteY36" fmla="*/ 123759 h 188151"/>
              <a:gd name="connsiteX37" fmla="*/ 668172 w 1507141"/>
              <a:gd name="connsiteY37" fmla="*/ 171323 h 188151"/>
              <a:gd name="connsiteX38" fmla="*/ 665552 w 1507141"/>
              <a:gd name="connsiteY38" fmla="*/ 181912 h 188151"/>
              <a:gd name="connsiteX39" fmla="*/ 661159 w 1507141"/>
              <a:gd name="connsiteY39" fmla="*/ 183010 h 188151"/>
              <a:gd name="connsiteX40" fmla="*/ 644448 w 1507141"/>
              <a:gd name="connsiteY40" fmla="*/ 181957 h 188151"/>
              <a:gd name="connsiteX41" fmla="*/ 637553 w 1507141"/>
              <a:gd name="connsiteY41" fmla="*/ 177517 h 188151"/>
              <a:gd name="connsiteX42" fmla="*/ 613362 w 1507141"/>
              <a:gd name="connsiteY42" fmla="*/ 126914 h 188151"/>
              <a:gd name="connsiteX43" fmla="*/ 606469 w 1507141"/>
              <a:gd name="connsiteY43" fmla="*/ 122591 h 188151"/>
              <a:gd name="connsiteX44" fmla="*/ 568487 w 1507141"/>
              <a:gd name="connsiteY44" fmla="*/ 122591 h 188151"/>
              <a:gd name="connsiteX45" fmla="*/ 560658 w 1507141"/>
              <a:gd name="connsiteY45" fmla="*/ 130187 h 188151"/>
              <a:gd name="connsiteX46" fmla="*/ 560658 w 1507141"/>
              <a:gd name="connsiteY46" fmla="*/ 130303 h 188151"/>
              <a:gd name="connsiteX47" fmla="*/ 560658 w 1507141"/>
              <a:gd name="connsiteY47" fmla="*/ 174128 h 188151"/>
              <a:gd name="connsiteX48" fmla="*/ 553062 w 1507141"/>
              <a:gd name="connsiteY48" fmla="*/ 181957 h 188151"/>
              <a:gd name="connsiteX49" fmla="*/ 552944 w 1507141"/>
              <a:gd name="connsiteY49" fmla="*/ 181957 h 188151"/>
              <a:gd name="connsiteX50" fmla="*/ 537167 w 1507141"/>
              <a:gd name="connsiteY50" fmla="*/ 181957 h 188151"/>
              <a:gd name="connsiteX51" fmla="*/ 529455 w 1507141"/>
              <a:gd name="connsiteY51" fmla="*/ 174128 h 188151"/>
              <a:gd name="connsiteX52" fmla="*/ 529455 w 1507141"/>
              <a:gd name="connsiteY52" fmla="*/ 13324 h 188151"/>
              <a:gd name="connsiteX53" fmla="*/ 537167 w 1507141"/>
              <a:gd name="connsiteY53" fmla="*/ 5610 h 188151"/>
              <a:gd name="connsiteX54" fmla="*/ 359883 w 1507141"/>
              <a:gd name="connsiteY54" fmla="*/ 5610 h 188151"/>
              <a:gd name="connsiteX55" fmla="*/ 376011 w 1507141"/>
              <a:gd name="connsiteY55" fmla="*/ 5610 h 188151"/>
              <a:gd name="connsiteX56" fmla="*/ 383725 w 1507141"/>
              <a:gd name="connsiteY56" fmla="*/ 13324 h 188151"/>
              <a:gd name="connsiteX57" fmla="*/ 383725 w 1507141"/>
              <a:gd name="connsiteY57" fmla="*/ 100504 h 188151"/>
              <a:gd name="connsiteX58" fmla="*/ 430583 w 1507141"/>
              <a:gd name="connsiteY58" fmla="*/ 152162 h 188151"/>
              <a:gd name="connsiteX59" fmla="*/ 482240 w 1507141"/>
              <a:gd name="connsiteY59" fmla="*/ 105303 h 188151"/>
              <a:gd name="connsiteX60" fmla="*/ 482240 w 1507141"/>
              <a:gd name="connsiteY60" fmla="*/ 100504 h 188151"/>
              <a:gd name="connsiteX61" fmla="*/ 482240 w 1507141"/>
              <a:gd name="connsiteY61" fmla="*/ 13324 h 188151"/>
              <a:gd name="connsiteX62" fmla="*/ 489954 w 1507141"/>
              <a:gd name="connsiteY62" fmla="*/ 5610 h 188151"/>
              <a:gd name="connsiteX63" fmla="*/ 506080 w 1507141"/>
              <a:gd name="connsiteY63" fmla="*/ 5610 h 188151"/>
              <a:gd name="connsiteX64" fmla="*/ 513795 w 1507141"/>
              <a:gd name="connsiteY64" fmla="*/ 13324 h 188151"/>
              <a:gd name="connsiteX65" fmla="*/ 513795 w 1507141"/>
              <a:gd name="connsiteY65" fmla="*/ 101088 h 188151"/>
              <a:gd name="connsiteX66" fmla="*/ 433157 w 1507141"/>
              <a:gd name="connsiteY66" fmla="*/ 181957 h 188151"/>
              <a:gd name="connsiteX67" fmla="*/ 433040 w 1507141"/>
              <a:gd name="connsiteY67" fmla="*/ 181957 h 188151"/>
              <a:gd name="connsiteX68" fmla="*/ 352171 w 1507141"/>
              <a:gd name="connsiteY68" fmla="*/ 101088 h 188151"/>
              <a:gd name="connsiteX69" fmla="*/ 352171 w 1507141"/>
              <a:gd name="connsiteY69" fmla="*/ 13324 h 188151"/>
              <a:gd name="connsiteX70" fmla="*/ 359883 w 1507141"/>
              <a:gd name="connsiteY70" fmla="*/ 5610 h 188151"/>
              <a:gd name="connsiteX71" fmla="*/ 141114 w 1507141"/>
              <a:gd name="connsiteY71" fmla="*/ 5610 h 188151"/>
              <a:gd name="connsiteX72" fmla="*/ 156306 w 1507141"/>
              <a:gd name="connsiteY72" fmla="*/ 5610 h 188151"/>
              <a:gd name="connsiteX73" fmla="*/ 163598 w 1507141"/>
              <a:gd name="connsiteY73" fmla="*/ 13722 h 188151"/>
              <a:gd name="connsiteX74" fmla="*/ 162500 w 1507141"/>
              <a:gd name="connsiteY74" fmla="*/ 17296 h 188151"/>
              <a:gd name="connsiteX75" fmla="*/ 99626 w 1507141"/>
              <a:gd name="connsiteY75" fmla="*/ 104244 h 188151"/>
              <a:gd name="connsiteX76" fmla="*/ 97523 w 1507141"/>
              <a:gd name="connsiteY76" fmla="*/ 110903 h 188151"/>
              <a:gd name="connsiteX77" fmla="*/ 97523 w 1507141"/>
              <a:gd name="connsiteY77" fmla="*/ 174245 h 188151"/>
              <a:gd name="connsiteX78" fmla="*/ 89810 w 1507141"/>
              <a:gd name="connsiteY78" fmla="*/ 181957 h 188151"/>
              <a:gd name="connsiteX79" fmla="*/ 73566 w 1507141"/>
              <a:gd name="connsiteY79" fmla="*/ 181957 h 188151"/>
              <a:gd name="connsiteX80" fmla="*/ 65853 w 1507141"/>
              <a:gd name="connsiteY80" fmla="*/ 174245 h 188151"/>
              <a:gd name="connsiteX81" fmla="*/ 65853 w 1507141"/>
              <a:gd name="connsiteY81" fmla="*/ 110903 h 188151"/>
              <a:gd name="connsiteX82" fmla="*/ 63749 w 1507141"/>
              <a:gd name="connsiteY82" fmla="*/ 104244 h 188151"/>
              <a:gd name="connsiteX83" fmla="*/ 1110 w 1507141"/>
              <a:gd name="connsiteY83" fmla="*/ 17880 h 188151"/>
              <a:gd name="connsiteX84" fmla="*/ 3730 w 1507141"/>
              <a:gd name="connsiteY84" fmla="*/ 7292 h 188151"/>
              <a:gd name="connsiteX85" fmla="*/ 7304 w 1507141"/>
              <a:gd name="connsiteY85" fmla="*/ 6194 h 188151"/>
              <a:gd name="connsiteX86" fmla="*/ 22964 w 1507141"/>
              <a:gd name="connsiteY86" fmla="*/ 6194 h 188151"/>
              <a:gd name="connsiteX87" fmla="*/ 28807 w 1507141"/>
              <a:gd name="connsiteY87" fmla="*/ 8882 h 188151"/>
              <a:gd name="connsiteX88" fmla="*/ 75552 w 1507141"/>
              <a:gd name="connsiteY88" fmla="*/ 74910 h 188151"/>
              <a:gd name="connsiteX89" fmla="*/ 81863 w 1507141"/>
              <a:gd name="connsiteY89" fmla="*/ 78065 h 188151"/>
              <a:gd name="connsiteX90" fmla="*/ 88057 w 1507141"/>
              <a:gd name="connsiteY90" fmla="*/ 74910 h 188151"/>
              <a:gd name="connsiteX91" fmla="*/ 134803 w 1507141"/>
              <a:gd name="connsiteY91" fmla="*/ 8882 h 188151"/>
              <a:gd name="connsiteX92" fmla="*/ 141114 w 1507141"/>
              <a:gd name="connsiteY92" fmla="*/ 5610 h 188151"/>
              <a:gd name="connsiteX93" fmla="*/ 1415286 w 1507141"/>
              <a:gd name="connsiteY93" fmla="*/ 4910 h 188151"/>
              <a:gd name="connsiteX94" fmla="*/ 1507141 w 1507141"/>
              <a:gd name="connsiteY94" fmla="*/ 96297 h 188151"/>
              <a:gd name="connsiteX95" fmla="*/ 1507141 w 1507141"/>
              <a:gd name="connsiteY95" fmla="*/ 96530 h 188151"/>
              <a:gd name="connsiteX96" fmla="*/ 1415753 w 1507141"/>
              <a:gd name="connsiteY96" fmla="*/ 188151 h 188151"/>
              <a:gd name="connsiteX97" fmla="*/ 1323898 w 1507141"/>
              <a:gd name="connsiteY97" fmla="*/ 96765 h 188151"/>
              <a:gd name="connsiteX98" fmla="*/ 1415286 w 1507141"/>
              <a:gd name="connsiteY98" fmla="*/ 4910 h 188151"/>
              <a:gd name="connsiteX99" fmla="*/ 792047 w 1507141"/>
              <a:gd name="connsiteY99" fmla="*/ 4091 h 188151"/>
              <a:gd name="connsiteX100" fmla="*/ 808875 w 1507141"/>
              <a:gd name="connsiteY100" fmla="*/ 4091 h 188151"/>
              <a:gd name="connsiteX101" fmla="*/ 816589 w 1507141"/>
              <a:gd name="connsiteY101" fmla="*/ 11805 h 188151"/>
              <a:gd name="connsiteX102" fmla="*/ 816589 w 1507141"/>
              <a:gd name="connsiteY102" fmla="*/ 144443 h 188151"/>
              <a:gd name="connsiteX103" fmla="*/ 824301 w 1507141"/>
              <a:gd name="connsiteY103" fmla="*/ 152157 h 188151"/>
              <a:gd name="connsiteX104" fmla="*/ 919780 w 1507141"/>
              <a:gd name="connsiteY104" fmla="*/ 152157 h 188151"/>
              <a:gd name="connsiteX105" fmla="*/ 927494 w 1507141"/>
              <a:gd name="connsiteY105" fmla="*/ 159870 h 188151"/>
              <a:gd name="connsiteX106" fmla="*/ 927494 w 1507141"/>
              <a:gd name="connsiteY106" fmla="*/ 175413 h 188151"/>
              <a:gd name="connsiteX107" fmla="*/ 920015 w 1507141"/>
              <a:gd name="connsiteY107" fmla="*/ 183125 h 188151"/>
              <a:gd name="connsiteX108" fmla="*/ 919780 w 1507141"/>
              <a:gd name="connsiteY108" fmla="*/ 183125 h 188151"/>
              <a:gd name="connsiteX109" fmla="*/ 792047 w 1507141"/>
              <a:gd name="connsiteY109" fmla="*/ 183125 h 188151"/>
              <a:gd name="connsiteX110" fmla="*/ 784335 w 1507141"/>
              <a:gd name="connsiteY110" fmla="*/ 175648 h 188151"/>
              <a:gd name="connsiteX111" fmla="*/ 784335 w 1507141"/>
              <a:gd name="connsiteY111" fmla="*/ 175413 h 188151"/>
              <a:gd name="connsiteX112" fmla="*/ 784335 w 1507141"/>
              <a:gd name="connsiteY112" fmla="*/ 11805 h 188151"/>
              <a:gd name="connsiteX113" fmla="*/ 792047 w 1507141"/>
              <a:gd name="connsiteY113" fmla="*/ 4091 h 188151"/>
              <a:gd name="connsiteX114" fmla="*/ 1025426 w 1507141"/>
              <a:gd name="connsiteY114" fmla="*/ 1754 h 188151"/>
              <a:gd name="connsiteX115" fmla="*/ 1117048 w 1507141"/>
              <a:gd name="connsiteY115" fmla="*/ 93376 h 188151"/>
              <a:gd name="connsiteX116" fmla="*/ 1025426 w 1507141"/>
              <a:gd name="connsiteY116" fmla="*/ 184996 h 188151"/>
              <a:gd name="connsiteX117" fmla="*/ 933805 w 1507141"/>
              <a:gd name="connsiteY117" fmla="*/ 93376 h 188151"/>
              <a:gd name="connsiteX118" fmla="*/ 1025426 w 1507141"/>
              <a:gd name="connsiteY118" fmla="*/ 1754 h 188151"/>
              <a:gd name="connsiteX119" fmla="*/ 247109 w 1507141"/>
              <a:gd name="connsiteY119" fmla="*/ 1522 h 188151"/>
              <a:gd name="connsiteX120" fmla="*/ 338497 w 1507141"/>
              <a:gd name="connsiteY120" fmla="*/ 93374 h 188151"/>
              <a:gd name="connsiteX121" fmla="*/ 246643 w 1507141"/>
              <a:gd name="connsiteY121" fmla="*/ 185230 h 188151"/>
              <a:gd name="connsiteX122" fmla="*/ 246174 w 1507141"/>
              <a:gd name="connsiteY122" fmla="*/ 185228 h 188151"/>
              <a:gd name="connsiteX123" fmla="*/ 154788 w 1507141"/>
              <a:gd name="connsiteY123" fmla="*/ 92908 h 188151"/>
              <a:gd name="connsiteX124" fmla="*/ 247109 w 1507141"/>
              <a:gd name="connsiteY124" fmla="*/ 1522 h 188151"/>
              <a:gd name="connsiteX125" fmla="*/ 1224681 w 1507141"/>
              <a:gd name="connsiteY125" fmla="*/ 1 h 188151"/>
              <a:gd name="connsiteX126" fmla="*/ 1253557 w 1507141"/>
              <a:gd name="connsiteY126" fmla="*/ 4696 h 188151"/>
              <a:gd name="connsiteX127" fmla="*/ 1279492 w 1507141"/>
              <a:gd name="connsiteY127" fmla="*/ 18231 h 188151"/>
              <a:gd name="connsiteX128" fmla="*/ 1292462 w 1507141"/>
              <a:gd name="connsiteY128" fmla="*/ 29917 h 188151"/>
              <a:gd name="connsiteX129" fmla="*/ 1292700 w 1507141"/>
              <a:gd name="connsiteY129" fmla="*/ 30251 h 188151"/>
              <a:gd name="connsiteX130" fmla="*/ 1290593 w 1507141"/>
              <a:gd name="connsiteY130" fmla="*/ 40787 h 188151"/>
              <a:gd name="connsiteX131" fmla="*/ 1277504 w 1507141"/>
              <a:gd name="connsiteY131" fmla="*/ 49902 h 188151"/>
              <a:gd name="connsiteX132" fmla="*/ 1267687 w 1507141"/>
              <a:gd name="connsiteY132" fmla="*/ 49083 h 188151"/>
              <a:gd name="connsiteX133" fmla="*/ 1264182 w 1507141"/>
              <a:gd name="connsiteY133" fmla="*/ 45811 h 188151"/>
              <a:gd name="connsiteX134" fmla="*/ 1263481 w 1507141"/>
              <a:gd name="connsiteY134" fmla="*/ 45110 h 188151"/>
              <a:gd name="connsiteX135" fmla="*/ 1224914 w 1507141"/>
              <a:gd name="connsiteY135" fmla="*/ 31204 h 188151"/>
              <a:gd name="connsiteX136" fmla="*/ 1222344 w 1507141"/>
              <a:gd name="connsiteY136" fmla="*/ 31204 h 188151"/>
              <a:gd name="connsiteX137" fmla="*/ 1218138 w 1507141"/>
              <a:gd name="connsiteY137" fmla="*/ 31204 h 188151"/>
              <a:gd name="connsiteX138" fmla="*/ 1207385 w 1507141"/>
              <a:gd name="connsiteY138" fmla="*/ 33424 h 188151"/>
              <a:gd name="connsiteX139" fmla="*/ 1165686 w 1507141"/>
              <a:gd name="connsiteY139" fmla="*/ 78148 h 188151"/>
              <a:gd name="connsiteX140" fmla="*/ 1211476 w 1507141"/>
              <a:gd name="connsiteY140" fmla="*/ 150288 h 188151"/>
              <a:gd name="connsiteX141" fmla="*/ 1216384 w 1507141"/>
              <a:gd name="connsiteY141" fmla="*/ 151222 h 188151"/>
              <a:gd name="connsiteX142" fmla="*/ 1217904 w 1507141"/>
              <a:gd name="connsiteY142" fmla="*/ 151222 h 188151"/>
              <a:gd name="connsiteX143" fmla="*/ 1229590 w 1507141"/>
              <a:gd name="connsiteY143" fmla="*/ 151222 h 188151"/>
              <a:gd name="connsiteX144" fmla="*/ 1238588 w 1507141"/>
              <a:gd name="connsiteY144" fmla="*/ 149937 h 188151"/>
              <a:gd name="connsiteX145" fmla="*/ 1240224 w 1507141"/>
              <a:gd name="connsiteY145" fmla="*/ 149937 h 188151"/>
              <a:gd name="connsiteX146" fmla="*/ 1241861 w 1507141"/>
              <a:gd name="connsiteY146" fmla="*/ 149937 h 188151"/>
              <a:gd name="connsiteX147" fmla="*/ 1248756 w 1507141"/>
              <a:gd name="connsiteY147" fmla="*/ 147482 h 188151"/>
              <a:gd name="connsiteX148" fmla="*/ 1250158 w 1507141"/>
              <a:gd name="connsiteY148" fmla="*/ 147482 h 188151"/>
              <a:gd name="connsiteX149" fmla="*/ 1251444 w 1507141"/>
              <a:gd name="connsiteY149" fmla="*/ 146899 h 188151"/>
              <a:gd name="connsiteX150" fmla="*/ 1252845 w 1507141"/>
              <a:gd name="connsiteY150" fmla="*/ 146197 h 188151"/>
              <a:gd name="connsiteX151" fmla="*/ 1256001 w 1507141"/>
              <a:gd name="connsiteY151" fmla="*/ 144560 h 188151"/>
              <a:gd name="connsiteX152" fmla="*/ 1256936 w 1507141"/>
              <a:gd name="connsiteY152" fmla="*/ 144560 h 188151"/>
              <a:gd name="connsiteX153" fmla="*/ 1277621 w 1507141"/>
              <a:gd name="connsiteY153" fmla="*/ 118500 h 188151"/>
              <a:gd name="connsiteX154" fmla="*/ 1276453 w 1507141"/>
              <a:gd name="connsiteY154" fmla="*/ 112307 h 188151"/>
              <a:gd name="connsiteX155" fmla="*/ 1271427 w 1507141"/>
              <a:gd name="connsiteY155" fmla="*/ 110203 h 188151"/>
              <a:gd name="connsiteX156" fmla="*/ 1237653 w 1507141"/>
              <a:gd name="connsiteY156" fmla="*/ 110203 h 188151"/>
              <a:gd name="connsiteX157" fmla="*/ 1229941 w 1507141"/>
              <a:gd name="connsiteY157" fmla="*/ 102490 h 188151"/>
              <a:gd name="connsiteX158" fmla="*/ 1229941 w 1507141"/>
              <a:gd name="connsiteY158" fmla="*/ 86714 h 188151"/>
              <a:gd name="connsiteX159" fmla="*/ 1237653 w 1507141"/>
              <a:gd name="connsiteY159" fmla="*/ 79000 h 188151"/>
              <a:gd name="connsiteX160" fmla="*/ 1307772 w 1507141"/>
              <a:gd name="connsiteY160" fmla="*/ 79000 h 188151"/>
              <a:gd name="connsiteX161" fmla="*/ 1308473 w 1507141"/>
              <a:gd name="connsiteY161" fmla="*/ 79000 h 188151"/>
              <a:gd name="connsiteX162" fmla="*/ 1312606 w 1507141"/>
              <a:gd name="connsiteY162" fmla="*/ 80432 h 188151"/>
              <a:gd name="connsiteX163" fmla="*/ 1314316 w 1507141"/>
              <a:gd name="connsiteY163" fmla="*/ 91037 h 188151"/>
              <a:gd name="connsiteX164" fmla="*/ 1314316 w 1507141"/>
              <a:gd name="connsiteY164" fmla="*/ 98868 h 188151"/>
              <a:gd name="connsiteX165" fmla="*/ 1283581 w 1507141"/>
              <a:gd name="connsiteY165" fmla="*/ 167233 h 188151"/>
              <a:gd name="connsiteX166" fmla="*/ 1280659 w 1507141"/>
              <a:gd name="connsiteY166" fmla="*/ 169686 h 188151"/>
              <a:gd name="connsiteX167" fmla="*/ 1279141 w 1507141"/>
              <a:gd name="connsiteY167" fmla="*/ 170973 h 188151"/>
              <a:gd name="connsiteX168" fmla="*/ 1276219 w 1507141"/>
              <a:gd name="connsiteY168" fmla="*/ 173076 h 188151"/>
              <a:gd name="connsiteX169" fmla="*/ 1274699 w 1507141"/>
              <a:gd name="connsiteY169" fmla="*/ 174128 h 188151"/>
              <a:gd name="connsiteX170" fmla="*/ 1271778 w 1507141"/>
              <a:gd name="connsiteY170" fmla="*/ 175997 h 188151"/>
              <a:gd name="connsiteX171" fmla="*/ 1271193 w 1507141"/>
              <a:gd name="connsiteY171" fmla="*/ 175997 h 188151"/>
              <a:gd name="connsiteX172" fmla="*/ 1269675 w 1507141"/>
              <a:gd name="connsiteY172" fmla="*/ 176933 h 188151"/>
              <a:gd name="connsiteX173" fmla="*/ 1266636 w 1507141"/>
              <a:gd name="connsiteY173" fmla="*/ 178685 h 188151"/>
              <a:gd name="connsiteX174" fmla="*/ 1265935 w 1507141"/>
              <a:gd name="connsiteY174" fmla="*/ 178685 h 188151"/>
              <a:gd name="connsiteX175" fmla="*/ 1261027 w 1507141"/>
              <a:gd name="connsiteY175" fmla="*/ 181022 h 188151"/>
              <a:gd name="connsiteX176" fmla="*/ 1260208 w 1507141"/>
              <a:gd name="connsiteY176" fmla="*/ 181022 h 188151"/>
              <a:gd name="connsiteX177" fmla="*/ 1257053 w 1507141"/>
              <a:gd name="connsiteY177" fmla="*/ 182191 h 188151"/>
              <a:gd name="connsiteX178" fmla="*/ 1255533 w 1507141"/>
              <a:gd name="connsiteY178" fmla="*/ 182191 h 188151"/>
              <a:gd name="connsiteX179" fmla="*/ 1254599 w 1507141"/>
              <a:gd name="connsiteY179" fmla="*/ 182191 h 188151"/>
              <a:gd name="connsiteX180" fmla="*/ 1252029 w 1507141"/>
              <a:gd name="connsiteY180" fmla="*/ 183127 h 188151"/>
              <a:gd name="connsiteX181" fmla="*/ 1250976 w 1507141"/>
              <a:gd name="connsiteY181" fmla="*/ 183127 h 188151"/>
              <a:gd name="connsiteX182" fmla="*/ 1249456 w 1507141"/>
              <a:gd name="connsiteY182" fmla="*/ 183127 h 188151"/>
              <a:gd name="connsiteX183" fmla="*/ 1248405 w 1507141"/>
              <a:gd name="connsiteY183" fmla="*/ 183127 h 188151"/>
              <a:gd name="connsiteX184" fmla="*/ 1245952 w 1507141"/>
              <a:gd name="connsiteY184" fmla="*/ 183127 h 188151"/>
              <a:gd name="connsiteX185" fmla="*/ 1244782 w 1507141"/>
              <a:gd name="connsiteY185" fmla="*/ 183127 h 188151"/>
              <a:gd name="connsiteX186" fmla="*/ 1243379 w 1507141"/>
              <a:gd name="connsiteY186" fmla="*/ 183127 h 188151"/>
              <a:gd name="connsiteX187" fmla="*/ 1242095 w 1507141"/>
              <a:gd name="connsiteY187" fmla="*/ 183127 h 188151"/>
              <a:gd name="connsiteX188" fmla="*/ 1239758 w 1507141"/>
              <a:gd name="connsiteY188" fmla="*/ 183127 h 188151"/>
              <a:gd name="connsiteX189" fmla="*/ 1238471 w 1507141"/>
              <a:gd name="connsiteY189" fmla="*/ 183127 h 188151"/>
              <a:gd name="connsiteX190" fmla="*/ 1237068 w 1507141"/>
              <a:gd name="connsiteY190" fmla="*/ 183127 h 188151"/>
              <a:gd name="connsiteX191" fmla="*/ 1235550 w 1507141"/>
              <a:gd name="connsiteY191" fmla="*/ 183127 h 188151"/>
              <a:gd name="connsiteX192" fmla="*/ 1233447 w 1507141"/>
              <a:gd name="connsiteY192" fmla="*/ 183127 h 188151"/>
              <a:gd name="connsiteX193" fmla="*/ 1224682 w 1507141"/>
              <a:gd name="connsiteY193" fmla="*/ 183127 h 188151"/>
              <a:gd name="connsiteX194" fmla="*/ 1218138 w 1507141"/>
              <a:gd name="connsiteY194" fmla="*/ 183127 h 188151"/>
              <a:gd name="connsiteX195" fmla="*/ 1129846 w 1507141"/>
              <a:gd name="connsiteY195" fmla="*/ 88292 h 188151"/>
              <a:gd name="connsiteX196" fmla="*/ 1188784 w 1507141"/>
              <a:gd name="connsiteY196" fmla="*/ 5923 h 188151"/>
              <a:gd name="connsiteX197" fmla="*/ 1224681 w 1507141"/>
              <a:gd name="connsiteY197" fmla="*/ 0 h 188151"/>
              <a:gd name="connsiteX198" fmla="*/ 1224682 w 1507141"/>
              <a:gd name="connsiteY198" fmla="*/ 0 h 188151"/>
              <a:gd name="connsiteX199" fmla="*/ 1224681 w 1507141"/>
              <a:gd name="connsiteY199" fmla="*/ 1 h 18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1507141" h="188151">
                <a:moveTo>
                  <a:pt x="568487" y="37280"/>
                </a:moveTo>
                <a:cubicBezTo>
                  <a:pt x="564228" y="37216"/>
                  <a:pt x="560722" y="40616"/>
                  <a:pt x="560658" y="44876"/>
                </a:cubicBezTo>
                <a:cubicBezTo>
                  <a:pt x="560658" y="44915"/>
                  <a:pt x="560658" y="44954"/>
                  <a:pt x="560658" y="44993"/>
                </a:cubicBezTo>
                <a:lnTo>
                  <a:pt x="560658" y="83208"/>
                </a:lnTo>
                <a:cubicBezTo>
                  <a:pt x="560656" y="87467"/>
                  <a:pt x="564110" y="90920"/>
                  <a:pt x="568370" y="90922"/>
                </a:cubicBezTo>
                <a:cubicBezTo>
                  <a:pt x="568409" y="90922"/>
                  <a:pt x="568448" y="90920"/>
                  <a:pt x="568487" y="90920"/>
                </a:cubicBezTo>
                <a:lnTo>
                  <a:pt x="616284" y="90920"/>
                </a:lnTo>
                <a:cubicBezTo>
                  <a:pt x="630990" y="91071"/>
                  <a:pt x="643227" y="79656"/>
                  <a:pt x="644098" y="64977"/>
                </a:cubicBezTo>
                <a:cubicBezTo>
                  <a:pt x="644615" y="50205"/>
                  <a:pt x="633059" y="37813"/>
                  <a:pt x="618289" y="37296"/>
                </a:cubicBezTo>
                <a:cubicBezTo>
                  <a:pt x="617931" y="37284"/>
                  <a:pt x="617575" y="37279"/>
                  <a:pt x="617219" y="37280"/>
                </a:cubicBezTo>
                <a:close/>
                <a:moveTo>
                  <a:pt x="1415753" y="36113"/>
                </a:moveTo>
                <a:lnTo>
                  <a:pt x="1415753" y="36230"/>
                </a:lnTo>
                <a:cubicBezTo>
                  <a:pt x="1382385" y="36164"/>
                  <a:pt x="1355282" y="63162"/>
                  <a:pt x="1355218" y="96530"/>
                </a:cubicBezTo>
                <a:cubicBezTo>
                  <a:pt x="1355153" y="129898"/>
                  <a:pt x="1382151" y="157001"/>
                  <a:pt x="1415519" y="157065"/>
                </a:cubicBezTo>
                <a:cubicBezTo>
                  <a:pt x="1448888" y="157129"/>
                  <a:pt x="1475991" y="130132"/>
                  <a:pt x="1476055" y="96763"/>
                </a:cubicBezTo>
                <a:cubicBezTo>
                  <a:pt x="1476055" y="96725"/>
                  <a:pt x="1476055" y="96686"/>
                  <a:pt x="1476055" y="96646"/>
                </a:cubicBezTo>
                <a:cubicBezTo>
                  <a:pt x="1476055" y="63306"/>
                  <a:pt x="1449095" y="36242"/>
                  <a:pt x="1415753" y="36113"/>
                </a:cubicBezTo>
                <a:close/>
                <a:moveTo>
                  <a:pt x="1026131" y="33069"/>
                </a:moveTo>
                <a:cubicBezTo>
                  <a:pt x="1025896" y="33069"/>
                  <a:pt x="1025662" y="33071"/>
                  <a:pt x="1025426" y="33074"/>
                </a:cubicBezTo>
                <a:cubicBezTo>
                  <a:pt x="992059" y="33396"/>
                  <a:pt x="965272" y="60707"/>
                  <a:pt x="965594" y="94074"/>
                </a:cubicBezTo>
                <a:cubicBezTo>
                  <a:pt x="965918" y="127440"/>
                  <a:pt x="993229" y="154228"/>
                  <a:pt x="1026596" y="153905"/>
                </a:cubicBezTo>
                <a:cubicBezTo>
                  <a:pt x="1059778" y="153584"/>
                  <a:pt x="1086492" y="126560"/>
                  <a:pt x="1086429" y="93376"/>
                </a:cubicBezTo>
                <a:cubicBezTo>
                  <a:pt x="1086431" y="60071"/>
                  <a:pt x="1059436" y="33073"/>
                  <a:pt x="1026131" y="33069"/>
                </a:cubicBezTo>
                <a:close/>
                <a:moveTo>
                  <a:pt x="246174" y="32839"/>
                </a:moveTo>
                <a:lnTo>
                  <a:pt x="246174" y="33307"/>
                </a:lnTo>
                <a:cubicBezTo>
                  <a:pt x="212676" y="33242"/>
                  <a:pt x="185469" y="60344"/>
                  <a:pt x="185404" y="93842"/>
                </a:cubicBezTo>
                <a:cubicBezTo>
                  <a:pt x="185340" y="127340"/>
                  <a:pt x="212442" y="154545"/>
                  <a:pt x="245940" y="154611"/>
                </a:cubicBezTo>
                <a:cubicBezTo>
                  <a:pt x="279438" y="154675"/>
                  <a:pt x="306645" y="127572"/>
                  <a:pt x="306709" y="94074"/>
                </a:cubicBezTo>
                <a:cubicBezTo>
                  <a:pt x="306709" y="93998"/>
                  <a:pt x="306709" y="93920"/>
                  <a:pt x="306709" y="93842"/>
                </a:cubicBezTo>
                <a:cubicBezTo>
                  <a:pt x="306904" y="60344"/>
                  <a:pt x="279905" y="33034"/>
                  <a:pt x="246409" y="32839"/>
                </a:cubicBezTo>
                <a:cubicBezTo>
                  <a:pt x="246331" y="32839"/>
                  <a:pt x="246252" y="32839"/>
                  <a:pt x="246174" y="32839"/>
                </a:cubicBezTo>
                <a:close/>
                <a:moveTo>
                  <a:pt x="537167" y="5610"/>
                </a:moveTo>
                <a:lnTo>
                  <a:pt x="615933" y="5610"/>
                </a:lnTo>
                <a:cubicBezTo>
                  <a:pt x="631375" y="5591"/>
                  <a:pt x="646246" y="11439"/>
                  <a:pt x="657538" y="21971"/>
                </a:cubicBezTo>
                <a:cubicBezTo>
                  <a:pt x="668790" y="32336"/>
                  <a:pt x="675437" y="46767"/>
                  <a:pt x="676002" y="62056"/>
                </a:cubicBezTo>
                <a:cubicBezTo>
                  <a:pt x="676825" y="83117"/>
                  <a:pt x="666241" y="102990"/>
                  <a:pt x="648305" y="114059"/>
                </a:cubicBezTo>
                <a:cubicBezTo>
                  <a:pt x="644999" y="116079"/>
                  <a:pt x="643782" y="120288"/>
                  <a:pt x="645501" y="123759"/>
                </a:cubicBezTo>
                <a:lnTo>
                  <a:pt x="668172" y="171323"/>
                </a:lnTo>
                <a:cubicBezTo>
                  <a:pt x="670373" y="174970"/>
                  <a:pt x="669199" y="179710"/>
                  <a:pt x="665552" y="181912"/>
                </a:cubicBezTo>
                <a:cubicBezTo>
                  <a:pt x="664230" y="182708"/>
                  <a:pt x="662702" y="183091"/>
                  <a:pt x="661159" y="183010"/>
                </a:cubicBezTo>
                <a:lnTo>
                  <a:pt x="644448" y="181957"/>
                </a:lnTo>
                <a:cubicBezTo>
                  <a:pt x="641488" y="181923"/>
                  <a:pt x="638809" y="180197"/>
                  <a:pt x="637553" y="177517"/>
                </a:cubicBezTo>
                <a:lnTo>
                  <a:pt x="613362" y="126914"/>
                </a:lnTo>
                <a:cubicBezTo>
                  <a:pt x="612097" y="124260"/>
                  <a:pt x="609410" y="122576"/>
                  <a:pt x="606469" y="122591"/>
                </a:cubicBezTo>
                <a:lnTo>
                  <a:pt x="568487" y="122591"/>
                </a:lnTo>
                <a:cubicBezTo>
                  <a:pt x="564228" y="122525"/>
                  <a:pt x="560722" y="125926"/>
                  <a:pt x="560658" y="130187"/>
                </a:cubicBezTo>
                <a:cubicBezTo>
                  <a:pt x="560658" y="130225"/>
                  <a:pt x="560658" y="130265"/>
                  <a:pt x="560658" y="130303"/>
                </a:cubicBezTo>
                <a:lnTo>
                  <a:pt x="560658" y="174128"/>
                </a:lnTo>
                <a:cubicBezTo>
                  <a:pt x="560722" y="178387"/>
                  <a:pt x="557321" y="181891"/>
                  <a:pt x="553062" y="181957"/>
                </a:cubicBezTo>
                <a:cubicBezTo>
                  <a:pt x="553023" y="181957"/>
                  <a:pt x="552983" y="181957"/>
                  <a:pt x="552944" y="181957"/>
                </a:cubicBezTo>
                <a:lnTo>
                  <a:pt x="537167" y="181957"/>
                </a:lnTo>
                <a:cubicBezTo>
                  <a:pt x="532889" y="181893"/>
                  <a:pt x="529455" y="178407"/>
                  <a:pt x="529455" y="174128"/>
                </a:cubicBezTo>
                <a:lnTo>
                  <a:pt x="529455" y="13324"/>
                </a:lnTo>
                <a:cubicBezTo>
                  <a:pt x="529517" y="9089"/>
                  <a:pt x="532933" y="5672"/>
                  <a:pt x="537167" y="5610"/>
                </a:cubicBezTo>
                <a:close/>
                <a:moveTo>
                  <a:pt x="359883" y="5610"/>
                </a:moveTo>
                <a:lnTo>
                  <a:pt x="376011" y="5610"/>
                </a:lnTo>
                <a:cubicBezTo>
                  <a:pt x="380271" y="5610"/>
                  <a:pt x="383725" y="9063"/>
                  <a:pt x="383725" y="13324"/>
                </a:cubicBezTo>
                <a:lnTo>
                  <a:pt x="383725" y="100504"/>
                </a:lnTo>
                <a:cubicBezTo>
                  <a:pt x="382398" y="127707"/>
                  <a:pt x="403378" y="150835"/>
                  <a:pt x="430583" y="152162"/>
                </a:cubicBezTo>
                <a:cubicBezTo>
                  <a:pt x="457787" y="153488"/>
                  <a:pt x="480915" y="132508"/>
                  <a:pt x="482240" y="105303"/>
                </a:cubicBezTo>
                <a:cubicBezTo>
                  <a:pt x="482318" y="103705"/>
                  <a:pt x="482318" y="102103"/>
                  <a:pt x="482240" y="100504"/>
                </a:cubicBezTo>
                <a:lnTo>
                  <a:pt x="482240" y="13324"/>
                </a:lnTo>
                <a:cubicBezTo>
                  <a:pt x="482303" y="9089"/>
                  <a:pt x="485721" y="5672"/>
                  <a:pt x="489954" y="5610"/>
                </a:cubicBezTo>
                <a:lnTo>
                  <a:pt x="506080" y="5610"/>
                </a:lnTo>
                <a:cubicBezTo>
                  <a:pt x="510341" y="5610"/>
                  <a:pt x="513795" y="9063"/>
                  <a:pt x="513795" y="13324"/>
                </a:cubicBezTo>
                <a:lnTo>
                  <a:pt x="513795" y="101088"/>
                </a:lnTo>
                <a:cubicBezTo>
                  <a:pt x="513859" y="145686"/>
                  <a:pt x="477756" y="181893"/>
                  <a:pt x="433157" y="181957"/>
                </a:cubicBezTo>
                <a:cubicBezTo>
                  <a:pt x="433118" y="181957"/>
                  <a:pt x="433079" y="181957"/>
                  <a:pt x="433040" y="181957"/>
                </a:cubicBezTo>
                <a:cubicBezTo>
                  <a:pt x="388378" y="181957"/>
                  <a:pt x="352171" y="145752"/>
                  <a:pt x="352171" y="101088"/>
                </a:cubicBezTo>
                <a:lnTo>
                  <a:pt x="352171" y="13324"/>
                </a:lnTo>
                <a:cubicBezTo>
                  <a:pt x="352171" y="9063"/>
                  <a:pt x="355625" y="5610"/>
                  <a:pt x="359883" y="5610"/>
                </a:cubicBezTo>
                <a:close/>
                <a:moveTo>
                  <a:pt x="141114" y="5610"/>
                </a:moveTo>
                <a:lnTo>
                  <a:pt x="156306" y="5610"/>
                </a:lnTo>
                <a:cubicBezTo>
                  <a:pt x="160559" y="5837"/>
                  <a:pt x="163823" y="9468"/>
                  <a:pt x="163598" y="13722"/>
                </a:cubicBezTo>
                <a:cubicBezTo>
                  <a:pt x="163530" y="14986"/>
                  <a:pt x="163152" y="16213"/>
                  <a:pt x="162500" y="17296"/>
                </a:cubicBezTo>
                <a:lnTo>
                  <a:pt x="99626" y="104244"/>
                </a:lnTo>
                <a:cubicBezTo>
                  <a:pt x="98219" y="106175"/>
                  <a:pt x="97480" y="108514"/>
                  <a:pt x="97523" y="110903"/>
                </a:cubicBezTo>
                <a:lnTo>
                  <a:pt x="97523" y="174245"/>
                </a:lnTo>
                <a:cubicBezTo>
                  <a:pt x="97460" y="178478"/>
                  <a:pt x="94044" y="181895"/>
                  <a:pt x="89810" y="181957"/>
                </a:cubicBezTo>
                <a:lnTo>
                  <a:pt x="73566" y="181957"/>
                </a:lnTo>
                <a:cubicBezTo>
                  <a:pt x="69333" y="181895"/>
                  <a:pt x="65916" y="178478"/>
                  <a:pt x="65853" y="174245"/>
                </a:cubicBezTo>
                <a:lnTo>
                  <a:pt x="65853" y="110903"/>
                </a:lnTo>
                <a:cubicBezTo>
                  <a:pt x="65896" y="108514"/>
                  <a:pt x="65157" y="106175"/>
                  <a:pt x="63749" y="104244"/>
                </a:cubicBezTo>
                <a:lnTo>
                  <a:pt x="1110" y="17880"/>
                </a:lnTo>
                <a:cubicBezTo>
                  <a:pt x="-1091" y="14234"/>
                  <a:pt x="83" y="9492"/>
                  <a:pt x="3730" y="7292"/>
                </a:cubicBezTo>
                <a:cubicBezTo>
                  <a:pt x="4813" y="6638"/>
                  <a:pt x="6040" y="6262"/>
                  <a:pt x="7304" y="6194"/>
                </a:cubicBezTo>
                <a:lnTo>
                  <a:pt x="22964" y="6194"/>
                </a:lnTo>
                <a:cubicBezTo>
                  <a:pt x="25210" y="6196"/>
                  <a:pt x="27343" y="7177"/>
                  <a:pt x="28807" y="8882"/>
                </a:cubicBezTo>
                <a:lnTo>
                  <a:pt x="75552" y="74910"/>
                </a:lnTo>
                <a:cubicBezTo>
                  <a:pt x="77036" y="76904"/>
                  <a:pt x="79378" y="78075"/>
                  <a:pt x="81863" y="78065"/>
                </a:cubicBezTo>
                <a:cubicBezTo>
                  <a:pt x="84316" y="78075"/>
                  <a:pt x="86623" y="76901"/>
                  <a:pt x="88057" y="74910"/>
                </a:cubicBezTo>
                <a:lnTo>
                  <a:pt x="134803" y="8882"/>
                </a:lnTo>
                <a:cubicBezTo>
                  <a:pt x="136248" y="6830"/>
                  <a:pt x="138602" y="5608"/>
                  <a:pt x="141114" y="5610"/>
                </a:cubicBezTo>
                <a:close/>
                <a:moveTo>
                  <a:pt x="1415286" y="4910"/>
                </a:moveTo>
                <a:cubicBezTo>
                  <a:pt x="1465887" y="4781"/>
                  <a:pt x="1507012" y="45696"/>
                  <a:pt x="1507141" y="96297"/>
                </a:cubicBezTo>
                <a:cubicBezTo>
                  <a:pt x="1507141" y="96375"/>
                  <a:pt x="1507141" y="96453"/>
                  <a:pt x="1507141" y="96530"/>
                </a:cubicBezTo>
                <a:cubicBezTo>
                  <a:pt x="1507077" y="147014"/>
                  <a:pt x="1466236" y="187958"/>
                  <a:pt x="1415753" y="188151"/>
                </a:cubicBezTo>
                <a:cubicBezTo>
                  <a:pt x="1365152" y="188280"/>
                  <a:pt x="1324027" y="147365"/>
                  <a:pt x="1323898" y="96765"/>
                </a:cubicBezTo>
                <a:cubicBezTo>
                  <a:pt x="1323769" y="46164"/>
                  <a:pt x="1364684" y="5039"/>
                  <a:pt x="1415286" y="4910"/>
                </a:cubicBezTo>
                <a:close/>
                <a:moveTo>
                  <a:pt x="792047" y="4091"/>
                </a:moveTo>
                <a:lnTo>
                  <a:pt x="808875" y="4091"/>
                </a:lnTo>
                <a:cubicBezTo>
                  <a:pt x="813135" y="4091"/>
                  <a:pt x="816589" y="7545"/>
                  <a:pt x="816589" y="11805"/>
                </a:cubicBezTo>
                <a:lnTo>
                  <a:pt x="816589" y="144443"/>
                </a:lnTo>
                <a:cubicBezTo>
                  <a:pt x="816589" y="148704"/>
                  <a:pt x="820043" y="152157"/>
                  <a:pt x="824301" y="152157"/>
                </a:cubicBezTo>
                <a:lnTo>
                  <a:pt x="919780" y="152157"/>
                </a:lnTo>
                <a:cubicBezTo>
                  <a:pt x="924040" y="152157"/>
                  <a:pt x="927494" y="155611"/>
                  <a:pt x="927494" y="159870"/>
                </a:cubicBezTo>
                <a:lnTo>
                  <a:pt x="927494" y="175413"/>
                </a:lnTo>
                <a:cubicBezTo>
                  <a:pt x="927558" y="179607"/>
                  <a:pt x="924210" y="183060"/>
                  <a:pt x="920015" y="183125"/>
                </a:cubicBezTo>
                <a:cubicBezTo>
                  <a:pt x="919937" y="183127"/>
                  <a:pt x="919858" y="183127"/>
                  <a:pt x="919780" y="183125"/>
                </a:cubicBezTo>
                <a:lnTo>
                  <a:pt x="792047" y="183125"/>
                </a:lnTo>
                <a:cubicBezTo>
                  <a:pt x="787853" y="183191"/>
                  <a:pt x="784400" y="179842"/>
                  <a:pt x="784335" y="175648"/>
                </a:cubicBezTo>
                <a:cubicBezTo>
                  <a:pt x="784333" y="175570"/>
                  <a:pt x="784333" y="175491"/>
                  <a:pt x="784335" y="175413"/>
                </a:cubicBezTo>
                <a:lnTo>
                  <a:pt x="784335" y="11805"/>
                </a:lnTo>
                <a:cubicBezTo>
                  <a:pt x="784335" y="7545"/>
                  <a:pt x="787787" y="4091"/>
                  <a:pt x="792047" y="4091"/>
                </a:cubicBezTo>
                <a:close/>
                <a:moveTo>
                  <a:pt x="1025426" y="1754"/>
                </a:moveTo>
                <a:cubicBezTo>
                  <a:pt x="1076028" y="1754"/>
                  <a:pt x="1117048" y="42774"/>
                  <a:pt x="1117048" y="93376"/>
                </a:cubicBezTo>
                <a:cubicBezTo>
                  <a:pt x="1117048" y="143976"/>
                  <a:pt x="1076028" y="184996"/>
                  <a:pt x="1025426" y="184996"/>
                </a:cubicBezTo>
                <a:cubicBezTo>
                  <a:pt x="974825" y="184996"/>
                  <a:pt x="933805" y="143976"/>
                  <a:pt x="933805" y="93376"/>
                </a:cubicBezTo>
                <a:cubicBezTo>
                  <a:pt x="933805" y="42774"/>
                  <a:pt x="974825" y="1754"/>
                  <a:pt x="1025426" y="1754"/>
                </a:cubicBezTo>
                <a:close/>
                <a:moveTo>
                  <a:pt x="247109" y="1522"/>
                </a:moveTo>
                <a:cubicBezTo>
                  <a:pt x="297657" y="1780"/>
                  <a:pt x="338497" y="42827"/>
                  <a:pt x="338497" y="93374"/>
                </a:cubicBezTo>
                <a:cubicBezTo>
                  <a:pt x="338497" y="144105"/>
                  <a:pt x="297373" y="185230"/>
                  <a:pt x="246643" y="185230"/>
                </a:cubicBezTo>
                <a:cubicBezTo>
                  <a:pt x="246487" y="185230"/>
                  <a:pt x="246330" y="185230"/>
                  <a:pt x="246174" y="185228"/>
                </a:cubicBezTo>
                <a:cubicBezTo>
                  <a:pt x="195445" y="184970"/>
                  <a:pt x="154528" y="143637"/>
                  <a:pt x="154788" y="92908"/>
                </a:cubicBezTo>
                <a:cubicBezTo>
                  <a:pt x="155045" y="42178"/>
                  <a:pt x="196379" y="1263"/>
                  <a:pt x="247109" y="1522"/>
                </a:cubicBezTo>
                <a:close/>
                <a:moveTo>
                  <a:pt x="1224681" y="1"/>
                </a:moveTo>
                <a:lnTo>
                  <a:pt x="1253557" y="4696"/>
                </a:lnTo>
                <a:cubicBezTo>
                  <a:pt x="1262811" y="7774"/>
                  <a:pt x="1271575" y="12325"/>
                  <a:pt x="1279492" y="18231"/>
                </a:cubicBezTo>
                <a:cubicBezTo>
                  <a:pt x="1284164" y="21722"/>
                  <a:pt x="1288505" y="25633"/>
                  <a:pt x="1292462" y="29917"/>
                </a:cubicBezTo>
                <a:cubicBezTo>
                  <a:pt x="1292546" y="30027"/>
                  <a:pt x="1292623" y="30139"/>
                  <a:pt x="1292700" y="30251"/>
                </a:cubicBezTo>
                <a:cubicBezTo>
                  <a:pt x="1295026" y="33742"/>
                  <a:pt x="1294084" y="38458"/>
                  <a:pt x="1290593" y="40787"/>
                </a:cubicBezTo>
                <a:lnTo>
                  <a:pt x="1277504" y="49902"/>
                </a:lnTo>
                <a:cubicBezTo>
                  <a:pt x="1274489" y="52127"/>
                  <a:pt x="1270293" y="51776"/>
                  <a:pt x="1267687" y="49083"/>
                </a:cubicBezTo>
                <a:lnTo>
                  <a:pt x="1264182" y="45811"/>
                </a:lnTo>
                <a:lnTo>
                  <a:pt x="1263481" y="45110"/>
                </a:lnTo>
                <a:cubicBezTo>
                  <a:pt x="1252659" y="36087"/>
                  <a:pt x="1239005" y="31163"/>
                  <a:pt x="1224914" y="31204"/>
                </a:cubicBezTo>
                <a:lnTo>
                  <a:pt x="1222344" y="31204"/>
                </a:lnTo>
                <a:lnTo>
                  <a:pt x="1218138" y="31204"/>
                </a:lnTo>
                <a:cubicBezTo>
                  <a:pt x="1214489" y="31593"/>
                  <a:pt x="1210890" y="32337"/>
                  <a:pt x="1207385" y="33424"/>
                </a:cubicBezTo>
                <a:cubicBezTo>
                  <a:pt x="1186411" y="39678"/>
                  <a:pt x="1170459" y="56787"/>
                  <a:pt x="1165686" y="78148"/>
                </a:cubicBezTo>
                <a:cubicBezTo>
                  <a:pt x="1158409" y="110714"/>
                  <a:pt x="1178911" y="143011"/>
                  <a:pt x="1211476" y="150288"/>
                </a:cubicBezTo>
                <a:lnTo>
                  <a:pt x="1216384" y="151222"/>
                </a:lnTo>
                <a:lnTo>
                  <a:pt x="1217904" y="151222"/>
                </a:lnTo>
                <a:lnTo>
                  <a:pt x="1229590" y="151222"/>
                </a:lnTo>
                <a:cubicBezTo>
                  <a:pt x="1232617" y="151015"/>
                  <a:pt x="1235625" y="150585"/>
                  <a:pt x="1238588" y="149937"/>
                </a:cubicBezTo>
                <a:lnTo>
                  <a:pt x="1240224" y="149937"/>
                </a:lnTo>
                <a:lnTo>
                  <a:pt x="1241861" y="149937"/>
                </a:lnTo>
                <a:lnTo>
                  <a:pt x="1248756" y="147482"/>
                </a:lnTo>
                <a:lnTo>
                  <a:pt x="1250158" y="147482"/>
                </a:lnTo>
                <a:lnTo>
                  <a:pt x="1251444" y="146899"/>
                </a:lnTo>
                <a:lnTo>
                  <a:pt x="1252845" y="146197"/>
                </a:lnTo>
                <a:lnTo>
                  <a:pt x="1256001" y="144560"/>
                </a:lnTo>
                <a:lnTo>
                  <a:pt x="1256936" y="144560"/>
                </a:lnTo>
                <a:cubicBezTo>
                  <a:pt x="1265859" y="137697"/>
                  <a:pt x="1272961" y="128748"/>
                  <a:pt x="1277621" y="118500"/>
                </a:cubicBezTo>
                <a:cubicBezTo>
                  <a:pt x="1278365" y="116375"/>
                  <a:pt x="1277919" y="114015"/>
                  <a:pt x="1276453" y="112307"/>
                </a:cubicBezTo>
                <a:cubicBezTo>
                  <a:pt x="1275145" y="110934"/>
                  <a:pt x="1273323" y="110171"/>
                  <a:pt x="1271427" y="110203"/>
                </a:cubicBezTo>
                <a:lnTo>
                  <a:pt x="1237653" y="110203"/>
                </a:lnTo>
                <a:cubicBezTo>
                  <a:pt x="1233393" y="110203"/>
                  <a:pt x="1229941" y="106750"/>
                  <a:pt x="1229941" y="102490"/>
                </a:cubicBezTo>
                <a:lnTo>
                  <a:pt x="1229941" y="86714"/>
                </a:lnTo>
                <a:cubicBezTo>
                  <a:pt x="1229941" y="82454"/>
                  <a:pt x="1233393" y="79000"/>
                  <a:pt x="1237653" y="79000"/>
                </a:cubicBezTo>
                <a:lnTo>
                  <a:pt x="1307772" y="79000"/>
                </a:lnTo>
                <a:lnTo>
                  <a:pt x="1308473" y="79000"/>
                </a:lnTo>
                <a:cubicBezTo>
                  <a:pt x="1309961" y="79061"/>
                  <a:pt x="1311398" y="79560"/>
                  <a:pt x="1312606" y="80432"/>
                </a:cubicBezTo>
                <a:cubicBezTo>
                  <a:pt x="1316008" y="82888"/>
                  <a:pt x="1316774" y="87636"/>
                  <a:pt x="1314316" y="91037"/>
                </a:cubicBezTo>
                <a:lnTo>
                  <a:pt x="1314316" y="98868"/>
                </a:lnTo>
                <a:cubicBezTo>
                  <a:pt x="1314518" y="125045"/>
                  <a:pt x="1303295" y="150009"/>
                  <a:pt x="1283581" y="167233"/>
                </a:cubicBezTo>
                <a:lnTo>
                  <a:pt x="1280659" y="169686"/>
                </a:lnTo>
                <a:lnTo>
                  <a:pt x="1279141" y="170973"/>
                </a:lnTo>
                <a:cubicBezTo>
                  <a:pt x="1278222" y="171747"/>
                  <a:pt x="1277245" y="172450"/>
                  <a:pt x="1276219" y="173076"/>
                </a:cubicBezTo>
                <a:lnTo>
                  <a:pt x="1274699" y="174128"/>
                </a:lnTo>
                <a:lnTo>
                  <a:pt x="1271778" y="175997"/>
                </a:lnTo>
                <a:lnTo>
                  <a:pt x="1271193" y="175997"/>
                </a:lnTo>
                <a:lnTo>
                  <a:pt x="1269675" y="176933"/>
                </a:lnTo>
                <a:lnTo>
                  <a:pt x="1266636" y="178685"/>
                </a:lnTo>
                <a:lnTo>
                  <a:pt x="1265935" y="178685"/>
                </a:lnTo>
                <a:lnTo>
                  <a:pt x="1261027" y="181022"/>
                </a:lnTo>
                <a:lnTo>
                  <a:pt x="1260208" y="181022"/>
                </a:lnTo>
                <a:lnTo>
                  <a:pt x="1257053" y="182191"/>
                </a:lnTo>
                <a:lnTo>
                  <a:pt x="1255533" y="182191"/>
                </a:lnTo>
                <a:lnTo>
                  <a:pt x="1254599" y="182191"/>
                </a:lnTo>
                <a:lnTo>
                  <a:pt x="1252029" y="183127"/>
                </a:lnTo>
                <a:lnTo>
                  <a:pt x="1250976" y="183127"/>
                </a:lnTo>
                <a:lnTo>
                  <a:pt x="1249456" y="183127"/>
                </a:lnTo>
                <a:lnTo>
                  <a:pt x="1248405" y="183127"/>
                </a:lnTo>
                <a:lnTo>
                  <a:pt x="1245952" y="183127"/>
                </a:lnTo>
                <a:lnTo>
                  <a:pt x="1244782" y="183127"/>
                </a:lnTo>
                <a:lnTo>
                  <a:pt x="1243379" y="183127"/>
                </a:lnTo>
                <a:lnTo>
                  <a:pt x="1242095" y="183127"/>
                </a:lnTo>
                <a:lnTo>
                  <a:pt x="1239758" y="183127"/>
                </a:lnTo>
                <a:lnTo>
                  <a:pt x="1238471" y="183127"/>
                </a:lnTo>
                <a:lnTo>
                  <a:pt x="1237068" y="183127"/>
                </a:lnTo>
                <a:lnTo>
                  <a:pt x="1235550" y="183127"/>
                </a:lnTo>
                <a:lnTo>
                  <a:pt x="1233447" y="183127"/>
                </a:lnTo>
                <a:lnTo>
                  <a:pt x="1224682" y="183127"/>
                </a:lnTo>
                <a:cubicBezTo>
                  <a:pt x="1222501" y="183205"/>
                  <a:pt x="1220319" y="183205"/>
                  <a:pt x="1218138" y="183127"/>
                </a:cubicBezTo>
                <a:cubicBezTo>
                  <a:pt x="1167568" y="181318"/>
                  <a:pt x="1128040" y="138860"/>
                  <a:pt x="1129846" y="88292"/>
                </a:cubicBezTo>
                <a:cubicBezTo>
                  <a:pt x="1131201" y="50365"/>
                  <a:pt x="1155424" y="18648"/>
                  <a:pt x="1188784" y="5923"/>
                </a:cubicBezTo>
                <a:close/>
                <a:moveTo>
                  <a:pt x="1224681" y="0"/>
                </a:moveTo>
                <a:lnTo>
                  <a:pt x="1224682" y="0"/>
                </a:lnTo>
                <a:lnTo>
                  <a:pt x="1224681" y="1"/>
                </a:lnTo>
                <a:close/>
              </a:path>
            </a:pathLst>
          </a:custGeom>
          <a:solidFill>
            <a:schemeClr val="bg1"/>
          </a:solidFill>
          <a:ln w="48068" cap="flat">
            <a:noFill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TextBox 67">
            <a:extLst>
              <a:ext uri="{FF2B5EF4-FFF2-40B4-BE49-F238E27FC236}">
                <a16:creationId xmlns:a16="http://schemas.microsoft.com/office/drawing/2014/main" id="{C8866BFD-C252-82A8-E9A1-796B40E93153}"/>
              </a:ext>
            </a:extLst>
          </p:cNvPr>
          <p:cNvSpPr txBox="1"/>
          <p:nvPr/>
        </p:nvSpPr>
        <p:spPr>
          <a:xfrm>
            <a:off x="5934335" y="1306965"/>
            <a:ext cx="581316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accent1"/>
                </a:solidFill>
                <a:latin typeface="+mj-lt"/>
              </a:rPr>
              <a:t>Detail Data</a:t>
            </a:r>
          </a:p>
        </p:txBody>
      </p:sp>
      <p:sp>
        <p:nvSpPr>
          <p:cNvPr id="2" name="Rounded Rectangle 148">
            <a:extLst>
              <a:ext uri="{FF2B5EF4-FFF2-40B4-BE49-F238E27FC236}">
                <a16:creationId xmlns:a16="http://schemas.microsoft.com/office/drawing/2014/main" id="{111FBC24-13AC-6352-442A-C6D012334CD7}"/>
              </a:ext>
            </a:extLst>
          </p:cNvPr>
          <p:cNvSpPr/>
          <p:nvPr/>
        </p:nvSpPr>
        <p:spPr>
          <a:xfrm>
            <a:off x="483230" y="1233209"/>
            <a:ext cx="3803742" cy="1445657"/>
          </a:xfrm>
          <a:prstGeom prst="roundRect">
            <a:avLst>
              <a:gd name="adj" fmla="val 15323"/>
            </a:avLst>
          </a:prstGeom>
          <a:solidFill>
            <a:schemeClr val="bg1"/>
          </a:solidFill>
          <a:ln>
            <a:noFill/>
          </a:ln>
          <a:effectLst>
            <a:outerShdw blurRad="508000" dist="254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ne">
              <a:solidFill>
                <a:schemeClr val="lt1"/>
              </a:solidFill>
            </a:endParaRPr>
          </a:p>
        </p:txBody>
      </p:sp>
      <p:sp>
        <p:nvSpPr>
          <p:cNvPr id="3" name="Rounded Rectangle 149">
            <a:extLst>
              <a:ext uri="{FF2B5EF4-FFF2-40B4-BE49-F238E27FC236}">
                <a16:creationId xmlns:a16="http://schemas.microsoft.com/office/drawing/2014/main" id="{54C9457D-898A-F911-1C30-7EA36D11BFB7}"/>
              </a:ext>
            </a:extLst>
          </p:cNvPr>
          <p:cNvSpPr/>
          <p:nvPr/>
        </p:nvSpPr>
        <p:spPr>
          <a:xfrm>
            <a:off x="483230" y="1233209"/>
            <a:ext cx="3803742" cy="45074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9" name="Freeform 221">
            <a:extLst>
              <a:ext uri="{FF2B5EF4-FFF2-40B4-BE49-F238E27FC236}">
                <a16:creationId xmlns:a16="http://schemas.microsoft.com/office/drawing/2014/main" id="{364F8401-5524-ED48-4468-44AFB24DE111}"/>
              </a:ext>
            </a:extLst>
          </p:cNvPr>
          <p:cNvSpPr/>
          <p:nvPr/>
        </p:nvSpPr>
        <p:spPr>
          <a:xfrm>
            <a:off x="3538494" y="1143881"/>
            <a:ext cx="1257007" cy="125676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45" h="1844">
                <a:moveTo>
                  <a:pt x="1845" y="921"/>
                </a:moveTo>
                <a:cubicBezTo>
                  <a:pt x="1845" y="1431"/>
                  <a:pt x="1432" y="1844"/>
                  <a:pt x="923" y="1844"/>
                </a:cubicBezTo>
                <a:cubicBezTo>
                  <a:pt x="413" y="1844"/>
                  <a:pt x="0" y="1431"/>
                  <a:pt x="0" y="921"/>
                </a:cubicBezTo>
                <a:cubicBezTo>
                  <a:pt x="0" y="412"/>
                  <a:pt x="413" y="0"/>
                  <a:pt x="923" y="0"/>
                </a:cubicBezTo>
                <a:cubicBezTo>
                  <a:pt x="1432" y="0"/>
                  <a:pt x="1845" y="412"/>
                  <a:pt x="1845" y="921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0" name="Freeform 223">
            <a:extLst>
              <a:ext uri="{FF2B5EF4-FFF2-40B4-BE49-F238E27FC236}">
                <a16:creationId xmlns:a16="http://schemas.microsoft.com/office/drawing/2014/main" id="{D4D7E02F-B926-EEA1-44F1-FA7B6D6F59FB}"/>
              </a:ext>
            </a:extLst>
          </p:cNvPr>
          <p:cNvSpPr/>
          <p:nvPr/>
        </p:nvSpPr>
        <p:spPr>
          <a:xfrm>
            <a:off x="3637336" y="1242077"/>
            <a:ext cx="1059322" cy="105969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55" h="1555">
                <a:moveTo>
                  <a:pt x="1555" y="777"/>
                </a:moveTo>
                <a:cubicBezTo>
                  <a:pt x="1555" y="1207"/>
                  <a:pt x="1207" y="1555"/>
                  <a:pt x="778" y="1555"/>
                </a:cubicBezTo>
                <a:cubicBezTo>
                  <a:pt x="348" y="1555"/>
                  <a:pt x="0" y="1207"/>
                  <a:pt x="0" y="777"/>
                </a:cubicBezTo>
                <a:cubicBezTo>
                  <a:pt x="0" y="348"/>
                  <a:pt x="348" y="0"/>
                  <a:pt x="778" y="0"/>
                </a:cubicBezTo>
                <a:cubicBezTo>
                  <a:pt x="1207" y="0"/>
                  <a:pt x="1555" y="348"/>
                  <a:pt x="1555" y="777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8" name="Freeform 32">
            <a:extLst>
              <a:ext uri="{FF2B5EF4-FFF2-40B4-BE49-F238E27FC236}">
                <a16:creationId xmlns:a16="http://schemas.microsoft.com/office/drawing/2014/main" id="{7D7D79F6-8907-5DF1-C910-9B99FA5DE00B}"/>
              </a:ext>
            </a:extLst>
          </p:cNvPr>
          <p:cNvSpPr/>
          <p:nvPr/>
        </p:nvSpPr>
        <p:spPr>
          <a:xfrm>
            <a:off x="3920230" y="1475973"/>
            <a:ext cx="493533" cy="591901"/>
          </a:xfrm>
          <a:custGeom>
            <a:avLst/>
            <a:gdLst>
              <a:gd name="connsiteX0" fmla="*/ 451596 w 901954"/>
              <a:gd name="connsiteY0" fmla="*/ 449889 h 1081727"/>
              <a:gd name="connsiteX1" fmla="*/ 465182 w 901954"/>
              <a:gd name="connsiteY1" fmla="*/ 463551 h 1081727"/>
              <a:gd name="connsiteX2" fmla="*/ 465182 w 901954"/>
              <a:gd name="connsiteY2" fmla="*/ 500812 h 1081727"/>
              <a:gd name="connsiteX3" fmla="*/ 507178 w 901954"/>
              <a:gd name="connsiteY3" fmla="*/ 535589 h 1081727"/>
              <a:gd name="connsiteX4" fmla="*/ 498532 w 901954"/>
              <a:gd name="connsiteY4" fmla="*/ 552977 h 1081727"/>
              <a:gd name="connsiteX5" fmla="*/ 480004 w 901954"/>
              <a:gd name="connsiteY5" fmla="*/ 543041 h 1081727"/>
              <a:gd name="connsiteX6" fmla="*/ 452830 w 901954"/>
              <a:gd name="connsiteY6" fmla="*/ 526895 h 1081727"/>
              <a:gd name="connsiteX7" fmla="*/ 407130 w 901954"/>
              <a:gd name="connsiteY7" fmla="*/ 574091 h 1081727"/>
              <a:gd name="connsiteX8" fmla="*/ 450360 w 901954"/>
              <a:gd name="connsiteY8" fmla="*/ 620046 h 1081727"/>
              <a:gd name="connsiteX9" fmla="*/ 451596 w 901954"/>
              <a:gd name="connsiteY9" fmla="*/ 620046 h 1081727"/>
              <a:gd name="connsiteX10" fmla="*/ 523234 w 901954"/>
              <a:gd name="connsiteY10" fmla="*/ 694567 h 1081727"/>
              <a:gd name="connsiteX11" fmla="*/ 465182 w 901954"/>
              <a:gd name="connsiteY11" fmla="*/ 766604 h 1081727"/>
              <a:gd name="connsiteX12" fmla="*/ 465182 w 901954"/>
              <a:gd name="connsiteY12" fmla="*/ 802623 h 1081727"/>
              <a:gd name="connsiteX13" fmla="*/ 451596 w 901954"/>
              <a:gd name="connsiteY13" fmla="*/ 817527 h 1081727"/>
              <a:gd name="connsiteX14" fmla="*/ 436774 w 901954"/>
              <a:gd name="connsiteY14" fmla="*/ 802623 h 1081727"/>
              <a:gd name="connsiteX15" fmla="*/ 436774 w 901954"/>
              <a:gd name="connsiteY15" fmla="*/ 767846 h 1081727"/>
              <a:gd name="connsiteX16" fmla="*/ 393544 w 901954"/>
              <a:gd name="connsiteY16" fmla="*/ 750458 h 1081727"/>
              <a:gd name="connsiteX17" fmla="*/ 391074 w 901954"/>
              <a:gd name="connsiteY17" fmla="*/ 730586 h 1081727"/>
              <a:gd name="connsiteX18" fmla="*/ 410836 w 901954"/>
              <a:gd name="connsiteY18" fmla="*/ 729344 h 1081727"/>
              <a:gd name="connsiteX19" fmla="*/ 447890 w 901954"/>
              <a:gd name="connsiteY19" fmla="*/ 739280 h 1081727"/>
              <a:gd name="connsiteX20" fmla="*/ 494826 w 901954"/>
              <a:gd name="connsiteY20" fmla="*/ 694567 h 1081727"/>
              <a:gd name="connsiteX21" fmla="*/ 450360 w 901954"/>
              <a:gd name="connsiteY21" fmla="*/ 647370 h 1081727"/>
              <a:gd name="connsiteX22" fmla="*/ 447890 w 901954"/>
              <a:gd name="connsiteY22" fmla="*/ 647370 h 1081727"/>
              <a:gd name="connsiteX23" fmla="*/ 378722 w 901954"/>
              <a:gd name="connsiteY23" fmla="*/ 574091 h 1081727"/>
              <a:gd name="connsiteX24" fmla="*/ 436774 w 901954"/>
              <a:gd name="connsiteY24" fmla="*/ 500812 h 1081727"/>
              <a:gd name="connsiteX25" fmla="*/ 436774 w 901954"/>
              <a:gd name="connsiteY25" fmla="*/ 463551 h 1081727"/>
              <a:gd name="connsiteX26" fmla="*/ 451596 w 901954"/>
              <a:gd name="connsiteY26" fmla="*/ 449889 h 1081727"/>
              <a:gd name="connsiteX27" fmla="*/ 436676 w 901954"/>
              <a:gd name="connsiteY27" fmla="*/ 299046 h 1081727"/>
              <a:gd name="connsiteX28" fmla="*/ 226500 w 901954"/>
              <a:gd name="connsiteY28" fmla="*/ 387375 h 1081727"/>
              <a:gd name="connsiteX29" fmla="*/ 258836 w 901954"/>
              <a:gd name="connsiteY29" fmla="*/ 419721 h 1081727"/>
              <a:gd name="connsiteX30" fmla="*/ 258836 w 901954"/>
              <a:gd name="connsiteY30" fmla="*/ 439627 h 1081727"/>
              <a:gd name="connsiteX31" fmla="*/ 248886 w 901954"/>
              <a:gd name="connsiteY31" fmla="*/ 443359 h 1081727"/>
              <a:gd name="connsiteX32" fmla="*/ 238938 w 901954"/>
              <a:gd name="connsiteY32" fmla="*/ 439627 h 1081727"/>
              <a:gd name="connsiteX33" fmla="*/ 206602 w 901954"/>
              <a:gd name="connsiteY33" fmla="*/ 406037 h 1081727"/>
              <a:gd name="connsiteX34" fmla="*/ 118304 w 901954"/>
              <a:gd name="connsiteY34" fmla="*/ 617531 h 1081727"/>
              <a:gd name="connsiteX35" fmla="*/ 119548 w 901954"/>
              <a:gd name="connsiteY35" fmla="*/ 617531 h 1081727"/>
              <a:gd name="connsiteX36" fmla="*/ 165562 w 901954"/>
              <a:gd name="connsiteY36" fmla="*/ 617531 h 1081727"/>
              <a:gd name="connsiteX37" fmla="*/ 179242 w 901954"/>
              <a:gd name="connsiteY37" fmla="*/ 631216 h 1081727"/>
              <a:gd name="connsiteX38" fmla="*/ 165562 w 901954"/>
              <a:gd name="connsiteY38" fmla="*/ 644901 h 1081727"/>
              <a:gd name="connsiteX39" fmla="*/ 119548 w 901954"/>
              <a:gd name="connsiteY39" fmla="*/ 644901 h 1081727"/>
              <a:gd name="connsiteX40" fmla="*/ 118304 w 901954"/>
              <a:gd name="connsiteY40" fmla="*/ 644901 h 1081727"/>
              <a:gd name="connsiteX41" fmla="*/ 206602 w 901954"/>
              <a:gd name="connsiteY41" fmla="*/ 856394 h 1081727"/>
              <a:gd name="connsiteX42" fmla="*/ 238938 w 901954"/>
              <a:gd name="connsiteY42" fmla="*/ 824048 h 1081727"/>
              <a:gd name="connsiteX43" fmla="*/ 258836 w 901954"/>
              <a:gd name="connsiteY43" fmla="*/ 824048 h 1081727"/>
              <a:gd name="connsiteX44" fmla="*/ 258836 w 901954"/>
              <a:gd name="connsiteY44" fmla="*/ 843954 h 1081727"/>
              <a:gd name="connsiteX45" fmla="*/ 226500 w 901954"/>
              <a:gd name="connsiteY45" fmla="*/ 876300 h 1081727"/>
              <a:gd name="connsiteX46" fmla="*/ 436676 w 901954"/>
              <a:gd name="connsiteY46" fmla="*/ 963385 h 1081727"/>
              <a:gd name="connsiteX47" fmla="*/ 436676 w 901954"/>
              <a:gd name="connsiteY47" fmla="*/ 917354 h 1081727"/>
              <a:gd name="connsiteX48" fmla="*/ 451600 w 901954"/>
              <a:gd name="connsiteY48" fmla="*/ 903669 h 1081727"/>
              <a:gd name="connsiteX49" fmla="*/ 465280 w 901954"/>
              <a:gd name="connsiteY49" fmla="*/ 917354 h 1081727"/>
              <a:gd name="connsiteX50" fmla="*/ 465280 w 901954"/>
              <a:gd name="connsiteY50" fmla="*/ 963385 h 1081727"/>
              <a:gd name="connsiteX51" fmla="*/ 675456 w 901954"/>
              <a:gd name="connsiteY51" fmla="*/ 876300 h 1081727"/>
              <a:gd name="connsiteX52" fmla="*/ 643120 w 901954"/>
              <a:gd name="connsiteY52" fmla="*/ 843954 h 1081727"/>
              <a:gd name="connsiteX53" fmla="*/ 643120 w 901954"/>
              <a:gd name="connsiteY53" fmla="*/ 824048 h 1081727"/>
              <a:gd name="connsiteX54" fmla="*/ 663018 w 901954"/>
              <a:gd name="connsiteY54" fmla="*/ 824048 h 1081727"/>
              <a:gd name="connsiteX55" fmla="*/ 695354 w 901954"/>
              <a:gd name="connsiteY55" fmla="*/ 856394 h 1081727"/>
              <a:gd name="connsiteX56" fmla="*/ 782408 w 901954"/>
              <a:gd name="connsiteY56" fmla="*/ 644901 h 1081727"/>
              <a:gd name="connsiteX57" fmla="*/ 736394 w 901954"/>
              <a:gd name="connsiteY57" fmla="*/ 644901 h 1081727"/>
              <a:gd name="connsiteX58" fmla="*/ 722714 w 901954"/>
              <a:gd name="connsiteY58" fmla="*/ 631216 h 1081727"/>
              <a:gd name="connsiteX59" fmla="*/ 736394 w 901954"/>
              <a:gd name="connsiteY59" fmla="*/ 617531 h 1081727"/>
              <a:gd name="connsiteX60" fmla="*/ 782408 w 901954"/>
              <a:gd name="connsiteY60" fmla="*/ 617531 h 1081727"/>
              <a:gd name="connsiteX61" fmla="*/ 695354 w 901954"/>
              <a:gd name="connsiteY61" fmla="*/ 406037 h 1081727"/>
              <a:gd name="connsiteX62" fmla="*/ 663018 w 901954"/>
              <a:gd name="connsiteY62" fmla="*/ 439627 h 1081727"/>
              <a:gd name="connsiteX63" fmla="*/ 653070 w 901954"/>
              <a:gd name="connsiteY63" fmla="*/ 443359 h 1081727"/>
              <a:gd name="connsiteX64" fmla="*/ 643120 w 901954"/>
              <a:gd name="connsiteY64" fmla="*/ 439627 h 1081727"/>
              <a:gd name="connsiteX65" fmla="*/ 643120 w 901954"/>
              <a:gd name="connsiteY65" fmla="*/ 419721 h 1081727"/>
              <a:gd name="connsiteX66" fmla="*/ 675456 w 901954"/>
              <a:gd name="connsiteY66" fmla="*/ 387375 h 1081727"/>
              <a:gd name="connsiteX67" fmla="*/ 465280 w 901954"/>
              <a:gd name="connsiteY67" fmla="*/ 299046 h 1081727"/>
              <a:gd name="connsiteX68" fmla="*/ 465280 w 901954"/>
              <a:gd name="connsiteY68" fmla="*/ 300290 h 1081727"/>
              <a:gd name="connsiteX69" fmla="*/ 465280 w 901954"/>
              <a:gd name="connsiteY69" fmla="*/ 346321 h 1081727"/>
              <a:gd name="connsiteX70" fmla="*/ 451600 w 901954"/>
              <a:gd name="connsiteY70" fmla="*/ 360006 h 1081727"/>
              <a:gd name="connsiteX71" fmla="*/ 436676 w 901954"/>
              <a:gd name="connsiteY71" fmla="*/ 346321 h 1081727"/>
              <a:gd name="connsiteX72" fmla="*/ 436676 w 901954"/>
              <a:gd name="connsiteY72" fmla="*/ 300290 h 1081727"/>
              <a:gd name="connsiteX73" fmla="*/ 436676 w 901954"/>
              <a:gd name="connsiteY73" fmla="*/ 299046 h 1081727"/>
              <a:gd name="connsiteX74" fmla="*/ 451600 w 901954"/>
              <a:gd name="connsiteY74" fmla="*/ 270432 h 1081727"/>
              <a:gd name="connsiteX75" fmla="*/ 811012 w 901954"/>
              <a:gd name="connsiteY75" fmla="*/ 631216 h 1081727"/>
              <a:gd name="connsiteX76" fmla="*/ 451600 w 901954"/>
              <a:gd name="connsiteY76" fmla="*/ 991999 h 1081727"/>
              <a:gd name="connsiteX77" fmla="*/ 90944 w 901954"/>
              <a:gd name="connsiteY77" fmla="*/ 631216 h 1081727"/>
              <a:gd name="connsiteX78" fmla="*/ 451600 w 901954"/>
              <a:gd name="connsiteY78" fmla="*/ 270432 h 1081727"/>
              <a:gd name="connsiteX79" fmla="*/ 786256 w 901954"/>
              <a:gd name="connsiteY79" fmla="*/ 252693 h 1081727"/>
              <a:gd name="connsiteX80" fmla="*/ 747688 w 901954"/>
              <a:gd name="connsiteY80" fmla="*/ 292527 h 1081727"/>
              <a:gd name="connsiteX81" fmla="*/ 752666 w 901954"/>
              <a:gd name="connsiteY81" fmla="*/ 296261 h 1081727"/>
              <a:gd name="connsiteX82" fmla="*/ 758886 w 901954"/>
              <a:gd name="connsiteY82" fmla="*/ 302485 h 1081727"/>
              <a:gd name="connsiteX83" fmla="*/ 778790 w 901954"/>
              <a:gd name="connsiteY83" fmla="*/ 322402 h 1081727"/>
              <a:gd name="connsiteX84" fmla="*/ 786256 w 901954"/>
              <a:gd name="connsiteY84" fmla="*/ 331115 h 1081727"/>
              <a:gd name="connsiteX85" fmla="*/ 791232 w 901954"/>
              <a:gd name="connsiteY85" fmla="*/ 336094 h 1081727"/>
              <a:gd name="connsiteX86" fmla="*/ 829798 w 901954"/>
              <a:gd name="connsiteY86" fmla="*/ 297506 h 1081727"/>
              <a:gd name="connsiteX87" fmla="*/ 118188 w 901954"/>
              <a:gd name="connsiteY87" fmla="*/ 248959 h 1081727"/>
              <a:gd name="connsiteX88" fmla="*/ 73402 w 901954"/>
              <a:gd name="connsiteY88" fmla="*/ 292527 h 1081727"/>
              <a:gd name="connsiteX89" fmla="*/ 113212 w 901954"/>
              <a:gd name="connsiteY89" fmla="*/ 331115 h 1081727"/>
              <a:gd name="connsiteX90" fmla="*/ 143070 w 901954"/>
              <a:gd name="connsiteY90" fmla="*/ 302485 h 1081727"/>
              <a:gd name="connsiteX91" fmla="*/ 151778 w 901954"/>
              <a:gd name="connsiteY91" fmla="*/ 295016 h 1081727"/>
              <a:gd name="connsiteX92" fmla="*/ 157998 w 901954"/>
              <a:gd name="connsiteY92" fmla="*/ 288792 h 1081727"/>
              <a:gd name="connsiteX93" fmla="*/ 819846 w 901954"/>
              <a:gd name="connsiteY93" fmla="*/ 220329 h 1081727"/>
              <a:gd name="connsiteX94" fmla="*/ 806160 w 901954"/>
              <a:gd name="connsiteY94" fmla="*/ 232777 h 1081727"/>
              <a:gd name="connsiteX95" fmla="*/ 849702 w 901954"/>
              <a:gd name="connsiteY95" fmla="*/ 276344 h 1081727"/>
              <a:gd name="connsiteX96" fmla="*/ 863388 w 901954"/>
              <a:gd name="connsiteY96" fmla="*/ 263896 h 1081727"/>
              <a:gd name="connsiteX97" fmla="*/ 863388 w 901954"/>
              <a:gd name="connsiteY97" fmla="*/ 251448 h 1081727"/>
              <a:gd name="connsiteX98" fmla="*/ 831042 w 901954"/>
              <a:gd name="connsiteY98" fmla="*/ 220329 h 1081727"/>
              <a:gd name="connsiteX99" fmla="*/ 819846 w 901954"/>
              <a:gd name="connsiteY99" fmla="*/ 220329 h 1081727"/>
              <a:gd name="connsiteX100" fmla="*/ 83354 w 901954"/>
              <a:gd name="connsiteY100" fmla="*/ 217839 h 1081727"/>
              <a:gd name="connsiteX101" fmla="*/ 77134 w 901954"/>
              <a:gd name="connsiteY101" fmla="*/ 220329 h 1081727"/>
              <a:gd name="connsiteX102" fmla="*/ 46032 w 901954"/>
              <a:gd name="connsiteY102" fmla="*/ 251448 h 1081727"/>
              <a:gd name="connsiteX103" fmla="*/ 43544 w 901954"/>
              <a:gd name="connsiteY103" fmla="*/ 257672 h 1081727"/>
              <a:gd name="connsiteX104" fmla="*/ 46032 w 901954"/>
              <a:gd name="connsiteY104" fmla="*/ 263896 h 1081727"/>
              <a:gd name="connsiteX105" fmla="*/ 53496 w 901954"/>
              <a:gd name="connsiteY105" fmla="*/ 272610 h 1081727"/>
              <a:gd name="connsiteX106" fmla="*/ 98282 w 901954"/>
              <a:gd name="connsiteY106" fmla="*/ 227797 h 1081727"/>
              <a:gd name="connsiteX107" fmla="*/ 89574 w 901954"/>
              <a:gd name="connsiteY107" fmla="*/ 220329 h 1081727"/>
              <a:gd name="connsiteX108" fmla="*/ 83354 w 901954"/>
              <a:gd name="connsiteY108" fmla="*/ 217839 h 1081727"/>
              <a:gd name="connsiteX109" fmla="*/ 427962 w 901954"/>
              <a:gd name="connsiteY109" fmla="*/ 209125 h 1081727"/>
              <a:gd name="connsiteX110" fmla="*/ 182880 w 901954"/>
              <a:gd name="connsiteY110" fmla="*/ 303730 h 1081727"/>
              <a:gd name="connsiteX111" fmla="*/ 180392 w 901954"/>
              <a:gd name="connsiteY111" fmla="*/ 307464 h 1081727"/>
              <a:gd name="connsiteX112" fmla="*/ 166706 w 901954"/>
              <a:gd name="connsiteY112" fmla="*/ 318667 h 1081727"/>
              <a:gd name="connsiteX113" fmla="*/ 28614 w 901954"/>
              <a:gd name="connsiteY113" fmla="*/ 631111 h 1081727"/>
              <a:gd name="connsiteX114" fmla="*/ 451600 w 901954"/>
              <a:gd name="connsiteY114" fmla="*/ 1054342 h 1081727"/>
              <a:gd name="connsiteX115" fmla="*/ 873340 w 901954"/>
              <a:gd name="connsiteY115" fmla="*/ 631111 h 1081727"/>
              <a:gd name="connsiteX116" fmla="*/ 472748 w 901954"/>
              <a:gd name="connsiteY116" fmla="*/ 209125 h 1081727"/>
              <a:gd name="connsiteX117" fmla="*/ 427962 w 901954"/>
              <a:gd name="connsiteY117" fmla="*/ 209125 h 1081727"/>
              <a:gd name="connsiteX118" fmla="*/ 441646 w 901954"/>
              <a:gd name="connsiteY118" fmla="*/ 118255 h 1081727"/>
              <a:gd name="connsiteX119" fmla="*/ 441646 w 901954"/>
              <a:gd name="connsiteY119" fmla="*/ 180495 h 1081727"/>
              <a:gd name="connsiteX120" fmla="*/ 451600 w 901954"/>
              <a:gd name="connsiteY120" fmla="*/ 180495 h 1081727"/>
              <a:gd name="connsiteX121" fmla="*/ 459064 w 901954"/>
              <a:gd name="connsiteY121" fmla="*/ 180495 h 1081727"/>
              <a:gd name="connsiteX122" fmla="*/ 459064 w 901954"/>
              <a:gd name="connsiteY122" fmla="*/ 118255 h 1081727"/>
              <a:gd name="connsiteX123" fmla="*/ 572274 w 901954"/>
              <a:gd name="connsiteY123" fmla="*/ 56016 h 1081727"/>
              <a:gd name="connsiteX124" fmla="*/ 510070 w 901954"/>
              <a:gd name="connsiteY124" fmla="*/ 72020 h 1081727"/>
              <a:gd name="connsiteX125" fmla="*/ 510070 w 901954"/>
              <a:gd name="connsiteY125" fmla="*/ 69790 h 1081727"/>
              <a:gd name="connsiteX126" fmla="*/ 420498 w 901954"/>
              <a:gd name="connsiteY126" fmla="*/ 27385 h 1081727"/>
              <a:gd name="connsiteX127" fmla="*/ 420498 w 901954"/>
              <a:gd name="connsiteY127" fmla="*/ 89625 h 1081727"/>
              <a:gd name="connsiteX128" fmla="*/ 481458 w 901954"/>
              <a:gd name="connsiteY128" fmla="*/ 76126 h 1081727"/>
              <a:gd name="connsiteX129" fmla="*/ 481458 w 901954"/>
              <a:gd name="connsiteY129" fmla="*/ 79382 h 1081727"/>
              <a:gd name="connsiteX130" fmla="*/ 441646 w 901954"/>
              <a:gd name="connsiteY130" fmla="*/ 89625 h 1081727"/>
              <a:gd name="connsiteX131" fmla="*/ 459064 w 901954"/>
              <a:gd name="connsiteY131" fmla="*/ 89625 h 1081727"/>
              <a:gd name="connsiteX132" fmla="*/ 481458 w 901954"/>
              <a:gd name="connsiteY132" fmla="*/ 89625 h 1081727"/>
              <a:gd name="connsiteX133" fmla="*/ 481458 w 901954"/>
              <a:gd name="connsiteY133" fmla="*/ 79382 h 1081727"/>
              <a:gd name="connsiteX134" fmla="*/ 510070 w 901954"/>
              <a:gd name="connsiteY134" fmla="*/ 72020 h 1081727"/>
              <a:gd name="connsiteX135" fmla="*/ 510070 w 901954"/>
              <a:gd name="connsiteY135" fmla="*/ 89625 h 1081727"/>
              <a:gd name="connsiteX136" fmla="*/ 543660 w 901954"/>
              <a:gd name="connsiteY136" fmla="*/ 89625 h 1081727"/>
              <a:gd name="connsiteX137" fmla="*/ 572274 w 901954"/>
              <a:gd name="connsiteY137" fmla="*/ 60995 h 1081727"/>
              <a:gd name="connsiteX138" fmla="*/ 572274 w 901954"/>
              <a:gd name="connsiteY138" fmla="*/ 56016 h 1081727"/>
              <a:gd name="connsiteX139" fmla="*/ 543660 w 901954"/>
              <a:gd name="connsiteY139" fmla="*/ 27385 h 1081727"/>
              <a:gd name="connsiteX140" fmla="*/ 510070 w 901954"/>
              <a:gd name="connsiteY140" fmla="*/ 27385 h 1081727"/>
              <a:gd name="connsiteX141" fmla="*/ 510070 w 901954"/>
              <a:gd name="connsiteY141" fmla="*/ 69790 h 1081727"/>
              <a:gd name="connsiteX142" fmla="*/ 481458 w 901954"/>
              <a:gd name="connsiteY142" fmla="*/ 76126 h 1081727"/>
              <a:gd name="connsiteX143" fmla="*/ 481458 w 901954"/>
              <a:gd name="connsiteY143" fmla="*/ 27385 h 1081727"/>
              <a:gd name="connsiteX144" fmla="*/ 357050 w 901954"/>
              <a:gd name="connsiteY144" fmla="*/ 27385 h 1081727"/>
              <a:gd name="connsiteX145" fmla="*/ 329680 w 901954"/>
              <a:gd name="connsiteY145" fmla="*/ 56016 h 1081727"/>
              <a:gd name="connsiteX146" fmla="*/ 329680 w 901954"/>
              <a:gd name="connsiteY146" fmla="*/ 60995 h 1081727"/>
              <a:gd name="connsiteX147" fmla="*/ 337768 w 901954"/>
              <a:gd name="connsiteY147" fmla="*/ 81378 h 1081727"/>
              <a:gd name="connsiteX148" fmla="*/ 356140 w 901954"/>
              <a:gd name="connsiteY148" fmla="*/ 89236 h 1081727"/>
              <a:gd name="connsiteX149" fmla="*/ 357050 w 901954"/>
              <a:gd name="connsiteY149" fmla="*/ 89625 h 1081727"/>
              <a:gd name="connsiteX150" fmla="*/ 391884 w 901954"/>
              <a:gd name="connsiteY150" fmla="*/ 89625 h 1081727"/>
              <a:gd name="connsiteX151" fmla="*/ 391884 w 901954"/>
              <a:gd name="connsiteY151" fmla="*/ 27385 h 1081727"/>
              <a:gd name="connsiteX152" fmla="*/ 357050 w 901954"/>
              <a:gd name="connsiteY152" fmla="*/ 0 h 1081727"/>
              <a:gd name="connsiteX153" fmla="*/ 543660 w 901954"/>
              <a:gd name="connsiteY153" fmla="*/ 0 h 1081727"/>
              <a:gd name="connsiteX154" fmla="*/ 599644 w 901954"/>
              <a:gd name="connsiteY154" fmla="*/ 56016 h 1081727"/>
              <a:gd name="connsiteX155" fmla="*/ 599644 w 901954"/>
              <a:gd name="connsiteY155" fmla="*/ 60995 h 1081727"/>
              <a:gd name="connsiteX156" fmla="*/ 543660 w 901954"/>
              <a:gd name="connsiteY156" fmla="*/ 118255 h 1081727"/>
              <a:gd name="connsiteX157" fmla="*/ 487678 w 901954"/>
              <a:gd name="connsiteY157" fmla="*/ 118255 h 1081727"/>
              <a:gd name="connsiteX158" fmla="*/ 487678 w 901954"/>
              <a:gd name="connsiteY158" fmla="*/ 181740 h 1081727"/>
              <a:gd name="connsiteX159" fmla="*/ 725296 w 901954"/>
              <a:gd name="connsiteY159" fmla="*/ 273855 h 1081727"/>
              <a:gd name="connsiteX160" fmla="*/ 798696 w 901954"/>
              <a:gd name="connsiteY160" fmla="*/ 200412 h 1081727"/>
              <a:gd name="connsiteX161" fmla="*/ 850948 w 901954"/>
              <a:gd name="connsiteY161" fmla="*/ 200412 h 1081727"/>
              <a:gd name="connsiteX162" fmla="*/ 883292 w 901954"/>
              <a:gd name="connsiteY162" fmla="*/ 231532 h 1081727"/>
              <a:gd name="connsiteX163" fmla="*/ 883292 w 901954"/>
              <a:gd name="connsiteY163" fmla="*/ 283813 h 1081727"/>
              <a:gd name="connsiteX164" fmla="*/ 860900 w 901954"/>
              <a:gd name="connsiteY164" fmla="*/ 306219 h 1081727"/>
              <a:gd name="connsiteX165" fmla="*/ 860900 w 901954"/>
              <a:gd name="connsiteY165" fmla="*/ 307464 h 1081727"/>
              <a:gd name="connsiteX166" fmla="*/ 858412 w 901954"/>
              <a:gd name="connsiteY166" fmla="*/ 308709 h 1081727"/>
              <a:gd name="connsiteX167" fmla="*/ 809892 w 901954"/>
              <a:gd name="connsiteY167" fmla="*/ 358501 h 1081727"/>
              <a:gd name="connsiteX168" fmla="*/ 901954 w 901954"/>
              <a:gd name="connsiteY168" fmla="*/ 631111 h 1081727"/>
              <a:gd name="connsiteX169" fmla="*/ 451600 w 901954"/>
              <a:gd name="connsiteY169" fmla="*/ 1081727 h 1081727"/>
              <a:gd name="connsiteX170" fmla="*/ 0 w 901954"/>
              <a:gd name="connsiteY170" fmla="*/ 631111 h 1081727"/>
              <a:gd name="connsiteX171" fmla="*/ 95794 w 901954"/>
              <a:gd name="connsiteY171" fmla="*/ 353522 h 1081727"/>
              <a:gd name="connsiteX172" fmla="*/ 26126 w 901954"/>
              <a:gd name="connsiteY172" fmla="*/ 283813 h 1081727"/>
              <a:gd name="connsiteX173" fmla="*/ 14930 w 901954"/>
              <a:gd name="connsiteY173" fmla="*/ 257672 h 1081727"/>
              <a:gd name="connsiteX174" fmla="*/ 26126 w 901954"/>
              <a:gd name="connsiteY174" fmla="*/ 231532 h 1081727"/>
              <a:gd name="connsiteX175" fmla="*/ 57228 w 901954"/>
              <a:gd name="connsiteY175" fmla="*/ 200412 h 1081727"/>
              <a:gd name="connsiteX176" fmla="*/ 109480 w 901954"/>
              <a:gd name="connsiteY176" fmla="*/ 200412 h 1081727"/>
              <a:gd name="connsiteX177" fmla="*/ 180392 w 901954"/>
              <a:gd name="connsiteY177" fmla="*/ 270120 h 1081727"/>
              <a:gd name="connsiteX178" fmla="*/ 414278 w 901954"/>
              <a:gd name="connsiteY178" fmla="*/ 181740 h 1081727"/>
              <a:gd name="connsiteX179" fmla="*/ 414278 w 901954"/>
              <a:gd name="connsiteY179" fmla="*/ 151286 h 1081727"/>
              <a:gd name="connsiteX180" fmla="*/ 414278 w 901954"/>
              <a:gd name="connsiteY180" fmla="*/ 118255 h 1081727"/>
              <a:gd name="connsiteX181" fmla="*/ 383330 w 901954"/>
              <a:gd name="connsiteY181" fmla="*/ 118255 h 1081727"/>
              <a:gd name="connsiteX182" fmla="*/ 357050 w 901954"/>
              <a:gd name="connsiteY182" fmla="*/ 118255 h 1081727"/>
              <a:gd name="connsiteX183" fmla="*/ 301066 w 901954"/>
              <a:gd name="connsiteY183" fmla="*/ 60995 h 1081727"/>
              <a:gd name="connsiteX184" fmla="*/ 301066 w 901954"/>
              <a:gd name="connsiteY184" fmla="*/ 56016 h 1081727"/>
              <a:gd name="connsiteX185" fmla="*/ 357050 w 901954"/>
              <a:gd name="connsiteY185" fmla="*/ 0 h 108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901954" h="1081727">
                <a:moveTo>
                  <a:pt x="451596" y="449889"/>
                </a:moveTo>
                <a:cubicBezTo>
                  <a:pt x="459006" y="449889"/>
                  <a:pt x="465182" y="454857"/>
                  <a:pt x="465182" y="463551"/>
                </a:cubicBezTo>
                <a:lnTo>
                  <a:pt x="465182" y="500812"/>
                </a:lnTo>
                <a:cubicBezTo>
                  <a:pt x="481240" y="503296"/>
                  <a:pt x="501002" y="511990"/>
                  <a:pt x="507178" y="535589"/>
                </a:cubicBezTo>
                <a:cubicBezTo>
                  <a:pt x="509648" y="543041"/>
                  <a:pt x="504706" y="551735"/>
                  <a:pt x="498532" y="552977"/>
                </a:cubicBezTo>
                <a:cubicBezTo>
                  <a:pt x="491120" y="555461"/>
                  <a:pt x="482474" y="551735"/>
                  <a:pt x="480004" y="543041"/>
                </a:cubicBezTo>
                <a:cubicBezTo>
                  <a:pt x="476298" y="526895"/>
                  <a:pt x="452830" y="526895"/>
                  <a:pt x="452830" y="526895"/>
                </a:cubicBezTo>
                <a:cubicBezTo>
                  <a:pt x="428128" y="526895"/>
                  <a:pt x="407130" y="548009"/>
                  <a:pt x="407130" y="574091"/>
                </a:cubicBezTo>
                <a:cubicBezTo>
                  <a:pt x="407130" y="597690"/>
                  <a:pt x="426892" y="617562"/>
                  <a:pt x="450360" y="620046"/>
                </a:cubicBezTo>
                <a:lnTo>
                  <a:pt x="451596" y="620046"/>
                </a:lnTo>
                <a:cubicBezTo>
                  <a:pt x="491120" y="621288"/>
                  <a:pt x="523234" y="653581"/>
                  <a:pt x="523234" y="694567"/>
                </a:cubicBezTo>
                <a:cubicBezTo>
                  <a:pt x="523234" y="729344"/>
                  <a:pt x="498532" y="759152"/>
                  <a:pt x="465182" y="766604"/>
                </a:cubicBezTo>
                <a:lnTo>
                  <a:pt x="465182" y="802623"/>
                </a:lnTo>
                <a:cubicBezTo>
                  <a:pt x="465182" y="810075"/>
                  <a:pt x="459006" y="817527"/>
                  <a:pt x="451596" y="817527"/>
                </a:cubicBezTo>
                <a:cubicBezTo>
                  <a:pt x="442950" y="817527"/>
                  <a:pt x="436774" y="810075"/>
                  <a:pt x="436774" y="802623"/>
                </a:cubicBezTo>
                <a:lnTo>
                  <a:pt x="436774" y="767846"/>
                </a:lnTo>
                <a:cubicBezTo>
                  <a:pt x="424422" y="766604"/>
                  <a:pt x="407130" y="761636"/>
                  <a:pt x="393544" y="750458"/>
                </a:cubicBezTo>
                <a:cubicBezTo>
                  <a:pt x="387368" y="745490"/>
                  <a:pt x="386132" y="736796"/>
                  <a:pt x="391074" y="730586"/>
                </a:cubicBezTo>
                <a:cubicBezTo>
                  <a:pt x="397250" y="725618"/>
                  <a:pt x="405896" y="724376"/>
                  <a:pt x="410836" y="729344"/>
                </a:cubicBezTo>
                <a:cubicBezTo>
                  <a:pt x="421952" y="739280"/>
                  <a:pt x="441714" y="740522"/>
                  <a:pt x="447890" y="739280"/>
                </a:cubicBezTo>
                <a:cubicBezTo>
                  <a:pt x="473828" y="739280"/>
                  <a:pt x="494826" y="719408"/>
                  <a:pt x="494826" y="694567"/>
                </a:cubicBezTo>
                <a:cubicBezTo>
                  <a:pt x="494826" y="668485"/>
                  <a:pt x="475064" y="648612"/>
                  <a:pt x="450360" y="647370"/>
                </a:cubicBezTo>
                <a:lnTo>
                  <a:pt x="447890" y="647370"/>
                </a:lnTo>
                <a:cubicBezTo>
                  <a:pt x="409600" y="644886"/>
                  <a:pt x="378722" y="612594"/>
                  <a:pt x="378722" y="574091"/>
                </a:cubicBezTo>
                <a:cubicBezTo>
                  <a:pt x="378722" y="538073"/>
                  <a:pt x="403424" y="508264"/>
                  <a:pt x="436774" y="500812"/>
                </a:cubicBezTo>
                <a:lnTo>
                  <a:pt x="436774" y="463551"/>
                </a:lnTo>
                <a:cubicBezTo>
                  <a:pt x="436774" y="454857"/>
                  <a:pt x="442950" y="449889"/>
                  <a:pt x="451596" y="449889"/>
                </a:cubicBezTo>
                <a:close/>
                <a:moveTo>
                  <a:pt x="436676" y="299046"/>
                </a:moveTo>
                <a:cubicBezTo>
                  <a:pt x="355840" y="302778"/>
                  <a:pt x="282464" y="336368"/>
                  <a:pt x="226500" y="387375"/>
                </a:cubicBezTo>
                <a:lnTo>
                  <a:pt x="258836" y="419721"/>
                </a:lnTo>
                <a:cubicBezTo>
                  <a:pt x="263810" y="424698"/>
                  <a:pt x="263810" y="433406"/>
                  <a:pt x="258836" y="439627"/>
                </a:cubicBezTo>
                <a:cubicBezTo>
                  <a:pt x="256348" y="442115"/>
                  <a:pt x="251374" y="443359"/>
                  <a:pt x="248886" y="443359"/>
                </a:cubicBezTo>
                <a:cubicBezTo>
                  <a:pt x="245156" y="443359"/>
                  <a:pt x="241424" y="442115"/>
                  <a:pt x="238938" y="439627"/>
                </a:cubicBezTo>
                <a:lnTo>
                  <a:pt x="206602" y="406037"/>
                </a:lnTo>
                <a:cubicBezTo>
                  <a:pt x="155614" y="462021"/>
                  <a:pt x="122036" y="536666"/>
                  <a:pt x="118304" y="617531"/>
                </a:cubicBezTo>
                <a:lnTo>
                  <a:pt x="119548" y="617531"/>
                </a:lnTo>
                <a:lnTo>
                  <a:pt x="165562" y="617531"/>
                </a:lnTo>
                <a:cubicBezTo>
                  <a:pt x="173024" y="617531"/>
                  <a:pt x="179242" y="623751"/>
                  <a:pt x="179242" y="631216"/>
                </a:cubicBezTo>
                <a:cubicBezTo>
                  <a:pt x="179242" y="639924"/>
                  <a:pt x="173024" y="644901"/>
                  <a:pt x="165562" y="644901"/>
                </a:cubicBezTo>
                <a:lnTo>
                  <a:pt x="119548" y="644901"/>
                </a:lnTo>
                <a:lnTo>
                  <a:pt x="118304" y="644901"/>
                </a:lnTo>
                <a:cubicBezTo>
                  <a:pt x="122036" y="727010"/>
                  <a:pt x="155614" y="800411"/>
                  <a:pt x="206602" y="856394"/>
                </a:cubicBezTo>
                <a:lnTo>
                  <a:pt x="238938" y="824048"/>
                </a:lnTo>
                <a:cubicBezTo>
                  <a:pt x="243912" y="817828"/>
                  <a:pt x="253860" y="817828"/>
                  <a:pt x="258836" y="824048"/>
                </a:cubicBezTo>
                <a:cubicBezTo>
                  <a:pt x="263810" y="829025"/>
                  <a:pt x="263810" y="837733"/>
                  <a:pt x="258836" y="843954"/>
                </a:cubicBezTo>
                <a:lnTo>
                  <a:pt x="226500" y="876300"/>
                </a:lnTo>
                <a:cubicBezTo>
                  <a:pt x="282464" y="927307"/>
                  <a:pt x="355840" y="959653"/>
                  <a:pt x="436676" y="963385"/>
                </a:cubicBezTo>
                <a:lnTo>
                  <a:pt x="436676" y="917354"/>
                </a:lnTo>
                <a:cubicBezTo>
                  <a:pt x="436676" y="909890"/>
                  <a:pt x="442894" y="903669"/>
                  <a:pt x="451600" y="903669"/>
                </a:cubicBezTo>
                <a:cubicBezTo>
                  <a:pt x="459062" y="903669"/>
                  <a:pt x="465280" y="909890"/>
                  <a:pt x="465280" y="917354"/>
                </a:cubicBezTo>
                <a:lnTo>
                  <a:pt x="465280" y="963385"/>
                </a:lnTo>
                <a:cubicBezTo>
                  <a:pt x="546116" y="959653"/>
                  <a:pt x="619492" y="927307"/>
                  <a:pt x="675456" y="876300"/>
                </a:cubicBezTo>
                <a:lnTo>
                  <a:pt x="643120" y="843954"/>
                </a:lnTo>
                <a:cubicBezTo>
                  <a:pt x="636902" y="837733"/>
                  <a:pt x="636902" y="829025"/>
                  <a:pt x="643120" y="824048"/>
                </a:cubicBezTo>
                <a:cubicBezTo>
                  <a:pt x="649338" y="817828"/>
                  <a:pt x="656800" y="817828"/>
                  <a:pt x="663018" y="824048"/>
                </a:cubicBezTo>
                <a:lnTo>
                  <a:pt x="695354" y="856394"/>
                </a:lnTo>
                <a:cubicBezTo>
                  <a:pt x="747586" y="800411"/>
                  <a:pt x="778678" y="727010"/>
                  <a:pt x="782408" y="644901"/>
                </a:cubicBezTo>
                <a:lnTo>
                  <a:pt x="736394" y="644901"/>
                </a:lnTo>
                <a:cubicBezTo>
                  <a:pt x="728932" y="644901"/>
                  <a:pt x="722714" y="639924"/>
                  <a:pt x="722714" y="631216"/>
                </a:cubicBezTo>
                <a:cubicBezTo>
                  <a:pt x="722714" y="623751"/>
                  <a:pt x="728932" y="617531"/>
                  <a:pt x="736394" y="617531"/>
                </a:cubicBezTo>
                <a:lnTo>
                  <a:pt x="782408" y="617531"/>
                </a:lnTo>
                <a:cubicBezTo>
                  <a:pt x="778678" y="536666"/>
                  <a:pt x="747586" y="462021"/>
                  <a:pt x="695354" y="406037"/>
                </a:cubicBezTo>
                <a:lnTo>
                  <a:pt x="663018" y="439627"/>
                </a:lnTo>
                <a:cubicBezTo>
                  <a:pt x="660532" y="442115"/>
                  <a:pt x="656800" y="443359"/>
                  <a:pt x="653070" y="443359"/>
                </a:cubicBezTo>
                <a:cubicBezTo>
                  <a:pt x="649338" y="443359"/>
                  <a:pt x="645608" y="442115"/>
                  <a:pt x="643120" y="439627"/>
                </a:cubicBezTo>
                <a:cubicBezTo>
                  <a:pt x="636902" y="433406"/>
                  <a:pt x="636902" y="424698"/>
                  <a:pt x="643120" y="419721"/>
                </a:cubicBezTo>
                <a:lnTo>
                  <a:pt x="675456" y="387375"/>
                </a:lnTo>
                <a:cubicBezTo>
                  <a:pt x="619492" y="336368"/>
                  <a:pt x="546116" y="302778"/>
                  <a:pt x="465280" y="299046"/>
                </a:cubicBezTo>
                <a:lnTo>
                  <a:pt x="465280" y="300290"/>
                </a:lnTo>
                <a:lnTo>
                  <a:pt x="465280" y="346321"/>
                </a:lnTo>
                <a:cubicBezTo>
                  <a:pt x="465280" y="353785"/>
                  <a:pt x="459062" y="360006"/>
                  <a:pt x="451600" y="360006"/>
                </a:cubicBezTo>
                <a:cubicBezTo>
                  <a:pt x="442894" y="360006"/>
                  <a:pt x="436676" y="353785"/>
                  <a:pt x="436676" y="346321"/>
                </a:cubicBezTo>
                <a:lnTo>
                  <a:pt x="436676" y="300290"/>
                </a:lnTo>
                <a:cubicBezTo>
                  <a:pt x="436676" y="300290"/>
                  <a:pt x="436676" y="300290"/>
                  <a:pt x="436676" y="299046"/>
                </a:cubicBezTo>
                <a:close/>
                <a:moveTo>
                  <a:pt x="451600" y="270432"/>
                </a:moveTo>
                <a:cubicBezTo>
                  <a:pt x="649338" y="270432"/>
                  <a:pt x="811012" y="432162"/>
                  <a:pt x="811012" y="631216"/>
                </a:cubicBezTo>
                <a:cubicBezTo>
                  <a:pt x="811012" y="830269"/>
                  <a:pt x="649338" y="991999"/>
                  <a:pt x="451600" y="991999"/>
                </a:cubicBezTo>
                <a:cubicBezTo>
                  <a:pt x="251374" y="991999"/>
                  <a:pt x="90944" y="830269"/>
                  <a:pt x="90944" y="631216"/>
                </a:cubicBezTo>
                <a:cubicBezTo>
                  <a:pt x="90944" y="432162"/>
                  <a:pt x="251374" y="270432"/>
                  <a:pt x="451600" y="270432"/>
                </a:cubicBezTo>
                <a:close/>
                <a:moveTo>
                  <a:pt x="786256" y="252693"/>
                </a:moveTo>
                <a:lnTo>
                  <a:pt x="747688" y="292527"/>
                </a:lnTo>
                <a:cubicBezTo>
                  <a:pt x="748932" y="293771"/>
                  <a:pt x="751422" y="295016"/>
                  <a:pt x="752666" y="296261"/>
                </a:cubicBezTo>
                <a:cubicBezTo>
                  <a:pt x="755154" y="298751"/>
                  <a:pt x="756398" y="299995"/>
                  <a:pt x="758886" y="302485"/>
                </a:cubicBezTo>
                <a:cubicBezTo>
                  <a:pt x="766350" y="308709"/>
                  <a:pt x="772570" y="316178"/>
                  <a:pt x="778790" y="322402"/>
                </a:cubicBezTo>
                <a:cubicBezTo>
                  <a:pt x="781278" y="324891"/>
                  <a:pt x="783768" y="327381"/>
                  <a:pt x="786256" y="331115"/>
                </a:cubicBezTo>
                <a:cubicBezTo>
                  <a:pt x="787500" y="332360"/>
                  <a:pt x="789988" y="333605"/>
                  <a:pt x="791232" y="336094"/>
                </a:cubicBezTo>
                <a:lnTo>
                  <a:pt x="829798" y="297506"/>
                </a:lnTo>
                <a:close/>
                <a:moveTo>
                  <a:pt x="118188" y="248959"/>
                </a:moveTo>
                <a:lnTo>
                  <a:pt x="73402" y="292527"/>
                </a:lnTo>
                <a:lnTo>
                  <a:pt x="113212" y="331115"/>
                </a:lnTo>
                <a:cubicBezTo>
                  <a:pt x="121920" y="322402"/>
                  <a:pt x="131872" y="311199"/>
                  <a:pt x="143070" y="302485"/>
                </a:cubicBezTo>
                <a:cubicBezTo>
                  <a:pt x="145558" y="299995"/>
                  <a:pt x="149290" y="296261"/>
                  <a:pt x="151778" y="295016"/>
                </a:cubicBezTo>
                <a:cubicBezTo>
                  <a:pt x="153022" y="292527"/>
                  <a:pt x="155510" y="290037"/>
                  <a:pt x="157998" y="288792"/>
                </a:cubicBezTo>
                <a:close/>
                <a:moveTo>
                  <a:pt x="819846" y="220329"/>
                </a:moveTo>
                <a:lnTo>
                  <a:pt x="806160" y="232777"/>
                </a:lnTo>
                <a:lnTo>
                  <a:pt x="849702" y="276344"/>
                </a:lnTo>
                <a:lnTo>
                  <a:pt x="863388" y="263896"/>
                </a:lnTo>
                <a:cubicBezTo>
                  <a:pt x="865876" y="261407"/>
                  <a:pt x="865876" y="255183"/>
                  <a:pt x="863388" y="251448"/>
                </a:cubicBezTo>
                <a:lnTo>
                  <a:pt x="831042" y="220329"/>
                </a:lnTo>
                <a:cubicBezTo>
                  <a:pt x="827310" y="216594"/>
                  <a:pt x="822334" y="216594"/>
                  <a:pt x="819846" y="220329"/>
                </a:cubicBezTo>
                <a:close/>
                <a:moveTo>
                  <a:pt x="83354" y="217839"/>
                </a:moveTo>
                <a:cubicBezTo>
                  <a:pt x="80866" y="217839"/>
                  <a:pt x="79622" y="217839"/>
                  <a:pt x="77134" y="220329"/>
                </a:cubicBezTo>
                <a:lnTo>
                  <a:pt x="46032" y="251448"/>
                </a:lnTo>
                <a:cubicBezTo>
                  <a:pt x="43544" y="253938"/>
                  <a:pt x="43544" y="255183"/>
                  <a:pt x="43544" y="257672"/>
                </a:cubicBezTo>
                <a:cubicBezTo>
                  <a:pt x="43544" y="260162"/>
                  <a:pt x="43544" y="262652"/>
                  <a:pt x="46032" y="263896"/>
                </a:cubicBezTo>
                <a:lnTo>
                  <a:pt x="53496" y="272610"/>
                </a:lnTo>
                <a:lnTo>
                  <a:pt x="98282" y="227797"/>
                </a:lnTo>
                <a:lnTo>
                  <a:pt x="89574" y="220329"/>
                </a:lnTo>
                <a:cubicBezTo>
                  <a:pt x="88330" y="217839"/>
                  <a:pt x="85842" y="217839"/>
                  <a:pt x="83354" y="217839"/>
                </a:cubicBezTo>
                <a:close/>
                <a:moveTo>
                  <a:pt x="427962" y="209125"/>
                </a:moveTo>
                <a:cubicBezTo>
                  <a:pt x="335900" y="214105"/>
                  <a:pt x="251304" y="248959"/>
                  <a:pt x="182880" y="303730"/>
                </a:cubicBezTo>
                <a:cubicBezTo>
                  <a:pt x="182880" y="304975"/>
                  <a:pt x="180392" y="306219"/>
                  <a:pt x="180392" y="307464"/>
                </a:cubicBezTo>
                <a:cubicBezTo>
                  <a:pt x="175416" y="311199"/>
                  <a:pt x="171684" y="314933"/>
                  <a:pt x="166706" y="318667"/>
                </a:cubicBezTo>
                <a:cubicBezTo>
                  <a:pt x="80866" y="395845"/>
                  <a:pt x="28614" y="507877"/>
                  <a:pt x="28614" y="631111"/>
                </a:cubicBezTo>
                <a:cubicBezTo>
                  <a:pt x="28614" y="865133"/>
                  <a:pt x="217714" y="1054342"/>
                  <a:pt x="451600" y="1054342"/>
                </a:cubicBezTo>
                <a:cubicBezTo>
                  <a:pt x="684242" y="1054342"/>
                  <a:pt x="873340" y="865133"/>
                  <a:pt x="873340" y="631111"/>
                </a:cubicBezTo>
                <a:cubicBezTo>
                  <a:pt x="873340" y="405803"/>
                  <a:pt x="695438" y="220329"/>
                  <a:pt x="472748" y="209125"/>
                </a:cubicBezTo>
                <a:cubicBezTo>
                  <a:pt x="457820" y="209125"/>
                  <a:pt x="442892" y="209125"/>
                  <a:pt x="427962" y="209125"/>
                </a:cubicBezTo>
                <a:close/>
                <a:moveTo>
                  <a:pt x="441646" y="118255"/>
                </a:moveTo>
                <a:lnTo>
                  <a:pt x="441646" y="180495"/>
                </a:lnTo>
                <a:cubicBezTo>
                  <a:pt x="445380" y="180495"/>
                  <a:pt x="447868" y="180495"/>
                  <a:pt x="451600" y="180495"/>
                </a:cubicBezTo>
                <a:cubicBezTo>
                  <a:pt x="454088" y="180495"/>
                  <a:pt x="456576" y="180495"/>
                  <a:pt x="459064" y="180495"/>
                </a:cubicBezTo>
                <a:lnTo>
                  <a:pt x="459064" y="118255"/>
                </a:lnTo>
                <a:close/>
                <a:moveTo>
                  <a:pt x="572274" y="56016"/>
                </a:moveTo>
                <a:lnTo>
                  <a:pt x="510070" y="72020"/>
                </a:lnTo>
                <a:lnTo>
                  <a:pt x="510070" y="69790"/>
                </a:lnTo>
                <a:close/>
                <a:moveTo>
                  <a:pt x="420498" y="27385"/>
                </a:moveTo>
                <a:lnTo>
                  <a:pt x="420498" y="89625"/>
                </a:lnTo>
                <a:lnTo>
                  <a:pt x="481458" y="76126"/>
                </a:lnTo>
                <a:lnTo>
                  <a:pt x="481458" y="79382"/>
                </a:lnTo>
                <a:lnTo>
                  <a:pt x="441646" y="89625"/>
                </a:lnTo>
                <a:lnTo>
                  <a:pt x="459064" y="89625"/>
                </a:lnTo>
                <a:lnTo>
                  <a:pt x="481458" y="89625"/>
                </a:lnTo>
                <a:lnTo>
                  <a:pt x="481458" y="79382"/>
                </a:lnTo>
                <a:lnTo>
                  <a:pt x="510070" y="72020"/>
                </a:lnTo>
                <a:lnTo>
                  <a:pt x="510070" y="89625"/>
                </a:lnTo>
                <a:lnTo>
                  <a:pt x="543660" y="89625"/>
                </a:lnTo>
                <a:cubicBezTo>
                  <a:pt x="559834" y="89625"/>
                  <a:pt x="572274" y="77177"/>
                  <a:pt x="572274" y="60995"/>
                </a:cubicBezTo>
                <a:lnTo>
                  <a:pt x="572274" y="56016"/>
                </a:lnTo>
                <a:cubicBezTo>
                  <a:pt x="572274" y="39833"/>
                  <a:pt x="559834" y="27385"/>
                  <a:pt x="543660" y="27385"/>
                </a:cubicBezTo>
                <a:lnTo>
                  <a:pt x="510070" y="27385"/>
                </a:lnTo>
                <a:lnTo>
                  <a:pt x="510070" y="69790"/>
                </a:lnTo>
                <a:lnTo>
                  <a:pt x="481458" y="76126"/>
                </a:lnTo>
                <a:lnTo>
                  <a:pt x="481458" y="27385"/>
                </a:lnTo>
                <a:close/>
                <a:moveTo>
                  <a:pt x="357050" y="27385"/>
                </a:moveTo>
                <a:cubicBezTo>
                  <a:pt x="342122" y="27385"/>
                  <a:pt x="329680" y="39833"/>
                  <a:pt x="329680" y="56016"/>
                </a:cubicBezTo>
                <a:lnTo>
                  <a:pt x="329680" y="60995"/>
                </a:lnTo>
                <a:cubicBezTo>
                  <a:pt x="329680" y="69086"/>
                  <a:pt x="332790" y="76244"/>
                  <a:pt x="337768" y="81378"/>
                </a:cubicBezTo>
                <a:lnTo>
                  <a:pt x="356140" y="89236"/>
                </a:lnTo>
                <a:lnTo>
                  <a:pt x="357050" y="89625"/>
                </a:lnTo>
                <a:lnTo>
                  <a:pt x="391884" y="89625"/>
                </a:lnTo>
                <a:lnTo>
                  <a:pt x="391884" y="27385"/>
                </a:lnTo>
                <a:close/>
                <a:moveTo>
                  <a:pt x="357050" y="0"/>
                </a:moveTo>
                <a:lnTo>
                  <a:pt x="543660" y="0"/>
                </a:lnTo>
                <a:cubicBezTo>
                  <a:pt x="574762" y="0"/>
                  <a:pt x="599644" y="24896"/>
                  <a:pt x="599644" y="56016"/>
                </a:cubicBezTo>
                <a:lnTo>
                  <a:pt x="599644" y="60995"/>
                </a:lnTo>
                <a:cubicBezTo>
                  <a:pt x="599644" y="92115"/>
                  <a:pt x="574762" y="118255"/>
                  <a:pt x="543660" y="118255"/>
                </a:cubicBezTo>
                <a:lnTo>
                  <a:pt x="487678" y="118255"/>
                </a:lnTo>
                <a:lnTo>
                  <a:pt x="487678" y="181740"/>
                </a:lnTo>
                <a:cubicBezTo>
                  <a:pt x="577250" y="189209"/>
                  <a:pt x="658116" y="222818"/>
                  <a:pt x="725296" y="273855"/>
                </a:cubicBezTo>
                <a:lnTo>
                  <a:pt x="798696" y="200412"/>
                </a:lnTo>
                <a:cubicBezTo>
                  <a:pt x="813624" y="186719"/>
                  <a:pt x="837262" y="186719"/>
                  <a:pt x="850948" y="200412"/>
                </a:cubicBezTo>
                <a:lnTo>
                  <a:pt x="883292" y="231532"/>
                </a:lnTo>
                <a:cubicBezTo>
                  <a:pt x="898222" y="246469"/>
                  <a:pt x="898222" y="270120"/>
                  <a:pt x="883292" y="283813"/>
                </a:cubicBezTo>
                <a:lnTo>
                  <a:pt x="860900" y="306219"/>
                </a:lnTo>
                <a:lnTo>
                  <a:pt x="860900" y="307464"/>
                </a:lnTo>
                <a:cubicBezTo>
                  <a:pt x="859656" y="308709"/>
                  <a:pt x="859656" y="308709"/>
                  <a:pt x="858412" y="308709"/>
                </a:cubicBezTo>
                <a:lnTo>
                  <a:pt x="809892" y="358501"/>
                </a:lnTo>
                <a:cubicBezTo>
                  <a:pt x="867120" y="433188"/>
                  <a:pt x="901954" y="529038"/>
                  <a:pt x="901954" y="631111"/>
                </a:cubicBezTo>
                <a:cubicBezTo>
                  <a:pt x="901954" y="880070"/>
                  <a:pt x="699170" y="1081727"/>
                  <a:pt x="451600" y="1081727"/>
                </a:cubicBezTo>
                <a:cubicBezTo>
                  <a:pt x="201540" y="1081727"/>
                  <a:pt x="0" y="880070"/>
                  <a:pt x="0" y="631111"/>
                </a:cubicBezTo>
                <a:cubicBezTo>
                  <a:pt x="0" y="526549"/>
                  <a:pt x="36080" y="430699"/>
                  <a:pt x="95794" y="353522"/>
                </a:cubicBezTo>
                <a:lnTo>
                  <a:pt x="26126" y="283813"/>
                </a:lnTo>
                <a:cubicBezTo>
                  <a:pt x="18662" y="276344"/>
                  <a:pt x="14930" y="267631"/>
                  <a:pt x="14930" y="257672"/>
                </a:cubicBezTo>
                <a:cubicBezTo>
                  <a:pt x="14930" y="248959"/>
                  <a:pt x="18662" y="239001"/>
                  <a:pt x="26126" y="231532"/>
                </a:cubicBezTo>
                <a:lnTo>
                  <a:pt x="57228" y="200412"/>
                </a:lnTo>
                <a:cubicBezTo>
                  <a:pt x="72158" y="186719"/>
                  <a:pt x="94550" y="186719"/>
                  <a:pt x="109480" y="200412"/>
                </a:cubicBezTo>
                <a:lnTo>
                  <a:pt x="180392" y="270120"/>
                </a:lnTo>
                <a:cubicBezTo>
                  <a:pt x="246328" y="221573"/>
                  <a:pt x="325948" y="189209"/>
                  <a:pt x="414278" y="181740"/>
                </a:cubicBezTo>
                <a:lnTo>
                  <a:pt x="414278" y="151286"/>
                </a:lnTo>
                <a:lnTo>
                  <a:pt x="414278" y="118255"/>
                </a:lnTo>
                <a:lnTo>
                  <a:pt x="383330" y="118255"/>
                </a:lnTo>
                <a:lnTo>
                  <a:pt x="357050" y="118255"/>
                </a:lnTo>
                <a:cubicBezTo>
                  <a:pt x="325948" y="118255"/>
                  <a:pt x="301066" y="92115"/>
                  <a:pt x="301066" y="60995"/>
                </a:cubicBezTo>
                <a:lnTo>
                  <a:pt x="301066" y="56016"/>
                </a:lnTo>
                <a:cubicBezTo>
                  <a:pt x="301066" y="24896"/>
                  <a:pt x="325948" y="0"/>
                  <a:pt x="357050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9" name="Rounded Rectangle 227">
            <a:extLst>
              <a:ext uri="{FF2B5EF4-FFF2-40B4-BE49-F238E27FC236}">
                <a16:creationId xmlns:a16="http://schemas.microsoft.com/office/drawing/2014/main" id="{FA58B7C5-8C5F-21F8-A861-D5A13A319E6C}"/>
              </a:ext>
            </a:extLst>
          </p:cNvPr>
          <p:cNvSpPr/>
          <p:nvPr/>
        </p:nvSpPr>
        <p:spPr>
          <a:xfrm>
            <a:off x="1755916" y="3112566"/>
            <a:ext cx="3803742" cy="1445657"/>
          </a:xfrm>
          <a:prstGeom prst="roundRect">
            <a:avLst>
              <a:gd name="adj" fmla="val 14987"/>
            </a:avLst>
          </a:prstGeom>
          <a:solidFill>
            <a:schemeClr val="bg1"/>
          </a:solidFill>
          <a:ln>
            <a:noFill/>
          </a:ln>
          <a:effectLst>
            <a:outerShdw blurRad="508000" dist="254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ne">
              <a:solidFill>
                <a:schemeClr val="lt1"/>
              </a:solidFill>
            </a:endParaRPr>
          </a:p>
        </p:txBody>
      </p:sp>
      <p:sp>
        <p:nvSpPr>
          <p:cNvPr id="60" name="Rounded Rectangle 228">
            <a:extLst>
              <a:ext uri="{FF2B5EF4-FFF2-40B4-BE49-F238E27FC236}">
                <a16:creationId xmlns:a16="http://schemas.microsoft.com/office/drawing/2014/main" id="{1B7267DF-71C9-8C9D-D82D-B28CFA382F52}"/>
              </a:ext>
            </a:extLst>
          </p:cNvPr>
          <p:cNvSpPr/>
          <p:nvPr/>
        </p:nvSpPr>
        <p:spPr>
          <a:xfrm>
            <a:off x="1755916" y="3111884"/>
            <a:ext cx="3803742" cy="45074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1" name="Freeform 300">
            <a:extLst>
              <a:ext uri="{FF2B5EF4-FFF2-40B4-BE49-F238E27FC236}">
                <a16:creationId xmlns:a16="http://schemas.microsoft.com/office/drawing/2014/main" id="{6DEEE134-1BD6-0968-5111-6B71520B6014}"/>
              </a:ext>
            </a:extLst>
          </p:cNvPr>
          <p:cNvSpPr/>
          <p:nvPr/>
        </p:nvSpPr>
        <p:spPr>
          <a:xfrm>
            <a:off x="1247387" y="3023235"/>
            <a:ext cx="1257007" cy="125744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45" h="1845">
                <a:moveTo>
                  <a:pt x="0" y="922"/>
                </a:moveTo>
                <a:cubicBezTo>
                  <a:pt x="0" y="1431"/>
                  <a:pt x="414" y="1845"/>
                  <a:pt x="923" y="1845"/>
                </a:cubicBezTo>
                <a:cubicBezTo>
                  <a:pt x="1432" y="1845"/>
                  <a:pt x="1845" y="1431"/>
                  <a:pt x="1845" y="922"/>
                </a:cubicBezTo>
                <a:cubicBezTo>
                  <a:pt x="1845" y="412"/>
                  <a:pt x="1432" y="0"/>
                  <a:pt x="923" y="0"/>
                </a:cubicBezTo>
                <a:cubicBezTo>
                  <a:pt x="414" y="0"/>
                  <a:pt x="0" y="412"/>
                  <a:pt x="0" y="922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2" name="Freeform 302">
            <a:extLst>
              <a:ext uri="{FF2B5EF4-FFF2-40B4-BE49-F238E27FC236}">
                <a16:creationId xmlns:a16="http://schemas.microsoft.com/office/drawing/2014/main" id="{60DF4781-C890-E70D-C84C-48B885374EF5}"/>
              </a:ext>
            </a:extLst>
          </p:cNvPr>
          <p:cNvSpPr/>
          <p:nvPr/>
        </p:nvSpPr>
        <p:spPr>
          <a:xfrm>
            <a:off x="1346229" y="3121431"/>
            <a:ext cx="1059322" cy="105969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55" h="1555">
                <a:moveTo>
                  <a:pt x="0" y="777"/>
                </a:moveTo>
                <a:cubicBezTo>
                  <a:pt x="0" y="1206"/>
                  <a:pt x="348" y="1555"/>
                  <a:pt x="778" y="1555"/>
                </a:cubicBezTo>
                <a:cubicBezTo>
                  <a:pt x="1207" y="1555"/>
                  <a:pt x="1555" y="1206"/>
                  <a:pt x="1555" y="777"/>
                </a:cubicBezTo>
                <a:cubicBezTo>
                  <a:pt x="1555" y="347"/>
                  <a:pt x="1207" y="0"/>
                  <a:pt x="778" y="0"/>
                </a:cubicBezTo>
                <a:cubicBezTo>
                  <a:pt x="348" y="0"/>
                  <a:pt x="0" y="347"/>
                  <a:pt x="0" y="777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3" name="Freeform 31">
            <a:extLst>
              <a:ext uri="{FF2B5EF4-FFF2-40B4-BE49-F238E27FC236}">
                <a16:creationId xmlns:a16="http://schemas.microsoft.com/office/drawing/2014/main" id="{7773986B-41F7-D00B-ABBC-160408498914}"/>
              </a:ext>
            </a:extLst>
          </p:cNvPr>
          <p:cNvSpPr/>
          <p:nvPr/>
        </p:nvSpPr>
        <p:spPr>
          <a:xfrm>
            <a:off x="1595720" y="3404425"/>
            <a:ext cx="560338" cy="493706"/>
          </a:xfrm>
          <a:custGeom>
            <a:avLst/>
            <a:gdLst>
              <a:gd name="connsiteX0" fmla="*/ 313179 w 1024044"/>
              <a:gd name="connsiteY0" fmla="*/ 675323 h 902270"/>
              <a:gd name="connsiteX1" fmla="*/ 288324 w 1024044"/>
              <a:gd name="connsiteY1" fmla="*/ 721208 h 902270"/>
              <a:gd name="connsiteX2" fmla="*/ 301994 w 1024044"/>
              <a:gd name="connsiteY2" fmla="*/ 873747 h 902270"/>
              <a:gd name="connsiteX3" fmla="*/ 473497 w 1024044"/>
              <a:gd name="connsiteY3" fmla="*/ 873747 h 902270"/>
              <a:gd name="connsiteX4" fmla="*/ 484682 w 1024044"/>
              <a:gd name="connsiteY4" fmla="*/ 862585 h 902270"/>
              <a:gd name="connsiteX5" fmla="*/ 484682 w 1024044"/>
              <a:gd name="connsiteY5" fmla="*/ 793137 h 902270"/>
              <a:gd name="connsiteX6" fmla="*/ 369104 w 1024044"/>
              <a:gd name="connsiteY6" fmla="*/ 675323 h 902270"/>
              <a:gd name="connsiteX7" fmla="*/ 145405 w 1024044"/>
              <a:gd name="connsiteY7" fmla="*/ 675323 h 902270"/>
              <a:gd name="connsiteX8" fmla="*/ 28584 w 1024044"/>
              <a:gd name="connsiteY8" fmla="*/ 793137 h 902270"/>
              <a:gd name="connsiteX9" fmla="*/ 28584 w 1024044"/>
              <a:gd name="connsiteY9" fmla="*/ 862585 h 902270"/>
              <a:gd name="connsiteX10" fmla="*/ 39769 w 1024044"/>
              <a:gd name="connsiteY10" fmla="*/ 873747 h 902270"/>
              <a:gd name="connsiteX11" fmla="*/ 212514 w 1024044"/>
              <a:gd name="connsiteY11" fmla="*/ 873747 h 902270"/>
              <a:gd name="connsiteX12" fmla="*/ 226185 w 1024044"/>
              <a:gd name="connsiteY12" fmla="*/ 721208 h 902270"/>
              <a:gd name="connsiteX13" fmla="*/ 200087 w 1024044"/>
              <a:gd name="connsiteY13" fmla="*/ 675323 h 902270"/>
              <a:gd name="connsiteX14" fmla="*/ 145405 w 1024044"/>
              <a:gd name="connsiteY14" fmla="*/ 648039 h 902270"/>
              <a:gd name="connsiteX15" fmla="*/ 183931 w 1024044"/>
              <a:gd name="connsiteY15" fmla="*/ 648039 h 902270"/>
              <a:gd name="connsiteX16" fmla="*/ 329335 w 1024044"/>
              <a:gd name="connsiteY16" fmla="*/ 648039 h 902270"/>
              <a:gd name="connsiteX17" fmla="*/ 369104 w 1024044"/>
              <a:gd name="connsiteY17" fmla="*/ 648039 h 902270"/>
              <a:gd name="connsiteX18" fmla="*/ 513266 w 1024044"/>
              <a:gd name="connsiteY18" fmla="*/ 793137 h 902270"/>
              <a:gd name="connsiteX19" fmla="*/ 513266 w 1024044"/>
              <a:gd name="connsiteY19" fmla="*/ 862585 h 902270"/>
              <a:gd name="connsiteX20" fmla="*/ 473497 w 1024044"/>
              <a:gd name="connsiteY20" fmla="*/ 902270 h 902270"/>
              <a:gd name="connsiteX21" fmla="*/ 39769 w 1024044"/>
              <a:gd name="connsiteY21" fmla="*/ 902270 h 902270"/>
              <a:gd name="connsiteX22" fmla="*/ 0 w 1024044"/>
              <a:gd name="connsiteY22" fmla="*/ 862585 h 902270"/>
              <a:gd name="connsiteX23" fmla="*/ 0 w 1024044"/>
              <a:gd name="connsiteY23" fmla="*/ 793137 h 902270"/>
              <a:gd name="connsiteX24" fmla="*/ 145405 w 1024044"/>
              <a:gd name="connsiteY24" fmla="*/ 648039 h 902270"/>
              <a:gd name="connsiteX25" fmla="*/ 257723 w 1024044"/>
              <a:gd name="connsiteY25" fmla="*/ 416735 h 902270"/>
              <a:gd name="connsiteX26" fmla="*/ 174374 w 1024044"/>
              <a:gd name="connsiteY26" fmla="*/ 500082 h 902270"/>
              <a:gd name="connsiteX27" fmla="*/ 257723 w 1024044"/>
              <a:gd name="connsiteY27" fmla="*/ 582185 h 902270"/>
              <a:gd name="connsiteX28" fmla="*/ 339829 w 1024044"/>
              <a:gd name="connsiteY28" fmla="*/ 500082 h 902270"/>
              <a:gd name="connsiteX29" fmla="*/ 257723 w 1024044"/>
              <a:gd name="connsiteY29" fmla="*/ 416735 h 902270"/>
              <a:gd name="connsiteX30" fmla="*/ 711226 w 1024044"/>
              <a:gd name="connsiteY30" fmla="*/ 388823 h 902270"/>
              <a:gd name="connsiteX31" fmla="*/ 831061 w 1024044"/>
              <a:gd name="connsiteY31" fmla="*/ 388823 h 902270"/>
              <a:gd name="connsiteX32" fmla="*/ 844650 w 1024044"/>
              <a:gd name="connsiteY32" fmla="*/ 401936 h 902270"/>
              <a:gd name="connsiteX33" fmla="*/ 831061 w 1024044"/>
              <a:gd name="connsiteY33" fmla="*/ 416240 h 902270"/>
              <a:gd name="connsiteX34" fmla="*/ 711226 w 1024044"/>
              <a:gd name="connsiteY34" fmla="*/ 416240 h 902270"/>
              <a:gd name="connsiteX35" fmla="*/ 696401 w 1024044"/>
              <a:gd name="connsiteY35" fmla="*/ 401936 h 902270"/>
              <a:gd name="connsiteX36" fmla="*/ 711226 w 1024044"/>
              <a:gd name="connsiteY36" fmla="*/ 388823 h 902270"/>
              <a:gd name="connsiteX37" fmla="*/ 650225 w 1024044"/>
              <a:gd name="connsiteY37" fmla="*/ 329004 h 902270"/>
              <a:gd name="connsiteX38" fmla="*/ 831028 w 1024044"/>
              <a:gd name="connsiteY38" fmla="*/ 329004 h 902270"/>
              <a:gd name="connsiteX39" fmla="*/ 844650 w 1024044"/>
              <a:gd name="connsiteY39" fmla="*/ 342117 h 902270"/>
              <a:gd name="connsiteX40" fmla="*/ 831028 w 1024044"/>
              <a:gd name="connsiteY40" fmla="*/ 356421 h 902270"/>
              <a:gd name="connsiteX41" fmla="*/ 650225 w 1024044"/>
              <a:gd name="connsiteY41" fmla="*/ 356421 h 902270"/>
              <a:gd name="connsiteX42" fmla="*/ 636603 w 1024044"/>
              <a:gd name="connsiteY42" fmla="*/ 342117 h 902270"/>
              <a:gd name="connsiteX43" fmla="*/ 650225 w 1024044"/>
              <a:gd name="connsiteY43" fmla="*/ 329004 h 902270"/>
              <a:gd name="connsiteX44" fmla="*/ 650225 w 1024044"/>
              <a:gd name="connsiteY44" fmla="*/ 267939 h 902270"/>
              <a:gd name="connsiteX45" fmla="*/ 831028 w 1024044"/>
              <a:gd name="connsiteY45" fmla="*/ 267939 h 902270"/>
              <a:gd name="connsiteX46" fmla="*/ 844650 w 1024044"/>
              <a:gd name="connsiteY46" fmla="*/ 282244 h 902270"/>
              <a:gd name="connsiteX47" fmla="*/ 831028 w 1024044"/>
              <a:gd name="connsiteY47" fmla="*/ 295356 h 902270"/>
              <a:gd name="connsiteX48" fmla="*/ 650225 w 1024044"/>
              <a:gd name="connsiteY48" fmla="*/ 295356 h 902270"/>
              <a:gd name="connsiteX49" fmla="*/ 636603 w 1024044"/>
              <a:gd name="connsiteY49" fmla="*/ 282244 h 902270"/>
              <a:gd name="connsiteX50" fmla="*/ 650225 w 1024044"/>
              <a:gd name="connsiteY50" fmla="*/ 267939 h 902270"/>
              <a:gd name="connsiteX51" fmla="*/ 527214 w 1024044"/>
              <a:gd name="connsiteY51" fmla="*/ 246409 h 902270"/>
              <a:gd name="connsiteX52" fmla="*/ 468967 w 1024044"/>
              <a:gd name="connsiteY52" fmla="*/ 305917 h 902270"/>
              <a:gd name="connsiteX53" fmla="*/ 464009 w 1024044"/>
              <a:gd name="connsiteY53" fmla="*/ 309636 h 902270"/>
              <a:gd name="connsiteX54" fmla="*/ 400805 w 1024044"/>
              <a:gd name="connsiteY54" fmla="*/ 372863 h 902270"/>
              <a:gd name="connsiteX55" fmla="*/ 454095 w 1024044"/>
              <a:gd name="connsiteY55" fmla="*/ 390219 h 902270"/>
              <a:gd name="connsiteX56" fmla="*/ 544564 w 1024044"/>
              <a:gd name="connsiteY56" fmla="*/ 299718 h 902270"/>
              <a:gd name="connsiteX57" fmla="*/ 527214 w 1024044"/>
              <a:gd name="connsiteY57" fmla="*/ 246409 h 902270"/>
              <a:gd name="connsiteX58" fmla="*/ 468967 w 1024044"/>
              <a:gd name="connsiteY58" fmla="*/ 210457 h 902270"/>
              <a:gd name="connsiteX59" fmla="*/ 468967 w 1024044"/>
              <a:gd name="connsiteY59" fmla="*/ 265006 h 902270"/>
              <a:gd name="connsiteX60" fmla="*/ 507385 w 1024044"/>
              <a:gd name="connsiteY60" fmla="*/ 226574 h 902270"/>
              <a:gd name="connsiteX61" fmla="*/ 468967 w 1024044"/>
              <a:gd name="connsiteY61" fmla="*/ 210457 h 902270"/>
              <a:gd name="connsiteX62" fmla="*/ 440463 w 1024044"/>
              <a:gd name="connsiteY62" fmla="*/ 210457 h 902270"/>
              <a:gd name="connsiteX63" fmla="*/ 363626 w 1024044"/>
              <a:gd name="connsiteY63" fmla="*/ 299718 h 902270"/>
              <a:gd name="connsiteX64" fmla="*/ 379737 w 1024044"/>
              <a:gd name="connsiteY64" fmla="*/ 353027 h 902270"/>
              <a:gd name="connsiteX65" fmla="*/ 440463 w 1024044"/>
              <a:gd name="connsiteY65" fmla="*/ 293520 h 902270"/>
              <a:gd name="connsiteX66" fmla="*/ 620333 w 1024044"/>
              <a:gd name="connsiteY66" fmla="*/ 208120 h 902270"/>
              <a:gd name="connsiteX67" fmla="*/ 831015 w 1024044"/>
              <a:gd name="connsiteY67" fmla="*/ 208120 h 902270"/>
              <a:gd name="connsiteX68" fmla="*/ 844647 w 1024044"/>
              <a:gd name="connsiteY68" fmla="*/ 221206 h 902270"/>
              <a:gd name="connsiteX69" fmla="*/ 831015 w 1024044"/>
              <a:gd name="connsiteY69" fmla="*/ 234291 h 902270"/>
              <a:gd name="connsiteX70" fmla="*/ 620333 w 1024044"/>
              <a:gd name="connsiteY70" fmla="*/ 234291 h 902270"/>
              <a:gd name="connsiteX71" fmla="*/ 606701 w 1024044"/>
              <a:gd name="connsiteY71" fmla="*/ 221206 h 902270"/>
              <a:gd name="connsiteX72" fmla="*/ 620333 w 1024044"/>
              <a:gd name="connsiteY72" fmla="*/ 208120 h 902270"/>
              <a:gd name="connsiteX73" fmla="*/ 454095 w 1024044"/>
              <a:gd name="connsiteY73" fmla="*/ 180703 h 902270"/>
              <a:gd name="connsiteX74" fmla="*/ 538368 w 1024044"/>
              <a:gd name="connsiteY74" fmla="*/ 215416 h 902270"/>
              <a:gd name="connsiteX75" fmla="*/ 573068 w 1024044"/>
              <a:gd name="connsiteY75" fmla="*/ 299718 h 902270"/>
              <a:gd name="connsiteX76" fmla="*/ 454095 w 1024044"/>
              <a:gd name="connsiteY76" fmla="*/ 418733 h 902270"/>
              <a:gd name="connsiteX77" fmla="*/ 335122 w 1024044"/>
              <a:gd name="connsiteY77" fmla="*/ 299718 h 902270"/>
              <a:gd name="connsiteX78" fmla="*/ 454095 w 1024044"/>
              <a:gd name="connsiteY78" fmla="*/ 180703 h 902270"/>
              <a:gd name="connsiteX79" fmla="*/ 271408 w 1024044"/>
              <a:gd name="connsiteY79" fmla="*/ 118178 h 902270"/>
              <a:gd name="connsiteX80" fmla="*/ 271408 w 1024044"/>
              <a:gd name="connsiteY80" fmla="*/ 389367 h 902270"/>
              <a:gd name="connsiteX81" fmla="*/ 368442 w 1024044"/>
              <a:gd name="connsiteY81" fmla="*/ 500082 h 902270"/>
              <a:gd name="connsiteX82" fmla="*/ 359734 w 1024044"/>
              <a:gd name="connsiteY82" fmla="*/ 541133 h 902270"/>
              <a:gd name="connsiteX83" fmla="*/ 900885 w 1024044"/>
              <a:gd name="connsiteY83" fmla="*/ 541133 h 902270"/>
              <a:gd name="connsiteX84" fmla="*/ 936962 w 1024044"/>
              <a:gd name="connsiteY84" fmla="*/ 505058 h 902270"/>
              <a:gd name="connsiteX85" fmla="*/ 936962 w 1024044"/>
              <a:gd name="connsiteY85" fmla="*/ 118178 h 902270"/>
              <a:gd name="connsiteX86" fmla="*/ 244039 w 1024044"/>
              <a:gd name="connsiteY86" fmla="*/ 28611 h 902270"/>
              <a:gd name="connsiteX87" fmla="*/ 212938 w 1024044"/>
              <a:gd name="connsiteY87" fmla="*/ 58467 h 902270"/>
              <a:gd name="connsiteX88" fmla="*/ 244039 w 1024044"/>
              <a:gd name="connsiteY88" fmla="*/ 89567 h 902270"/>
              <a:gd name="connsiteX89" fmla="*/ 964331 w 1024044"/>
              <a:gd name="connsiteY89" fmla="*/ 89567 h 902270"/>
              <a:gd name="connsiteX90" fmla="*/ 995431 w 1024044"/>
              <a:gd name="connsiteY90" fmla="*/ 58467 h 902270"/>
              <a:gd name="connsiteX91" fmla="*/ 964331 w 1024044"/>
              <a:gd name="connsiteY91" fmla="*/ 28611 h 902270"/>
              <a:gd name="connsiteX92" fmla="*/ 244039 w 1024044"/>
              <a:gd name="connsiteY92" fmla="*/ 0 h 902270"/>
              <a:gd name="connsiteX93" fmla="*/ 964331 w 1024044"/>
              <a:gd name="connsiteY93" fmla="*/ 0 h 902270"/>
              <a:gd name="connsiteX94" fmla="*/ 1024044 w 1024044"/>
              <a:gd name="connsiteY94" fmla="*/ 58467 h 902270"/>
              <a:gd name="connsiteX95" fmla="*/ 965575 w 1024044"/>
              <a:gd name="connsiteY95" fmla="*/ 118178 h 902270"/>
              <a:gd name="connsiteX96" fmla="*/ 965575 w 1024044"/>
              <a:gd name="connsiteY96" fmla="*/ 505058 h 902270"/>
              <a:gd name="connsiteX97" fmla="*/ 900885 w 1024044"/>
              <a:gd name="connsiteY97" fmla="*/ 569745 h 902270"/>
              <a:gd name="connsiteX98" fmla="*/ 619735 w 1024044"/>
              <a:gd name="connsiteY98" fmla="*/ 569745 h 902270"/>
              <a:gd name="connsiteX99" fmla="*/ 619735 w 1024044"/>
              <a:gd name="connsiteY99" fmla="*/ 636920 h 902270"/>
              <a:gd name="connsiteX100" fmla="*/ 633420 w 1024044"/>
              <a:gd name="connsiteY100" fmla="*/ 660556 h 902270"/>
              <a:gd name="connsiteX101" fmla="*/ 604807 w 1024044"/>
              <a:gd name="connsiteY101" fmla="*/ 690411 h 902270"/>
              <a:gd name="connsiteX102" fmla="*/ 577438 w 1024044"/>
              <a:gd name="connsiteY102" fmla="*/ 660556 h 902270"/>
              <a:gd name="connsiteX103" fmla="*/ 591123 w 1024044"/>
              <a:gd name="connsiteY103" fmla="*/ 636920 h 902270"/>
              <a:gd name="connsiteX104" fmla="*/ 591123 w 1024044"/>
              <a:gd name="connsiteY104" fmla="*/ 569745 h 902270"/>
              <a:gd name="connsiteX105" fmla="*/ 343561 w 1024044"/>
              <a:gd name="connsiteY105" fmla="*/ 569745 h 902270"/>
              <a:gd name="connsiteX106" fmla="*/ 257723 w 1024044"/>
              <a:gd name="connsiteY106" fmla="*/ 609552 h 902270"/>
              <a:gd name="connsiteX107" fmla="*/ 145761 w 1024044"/>
              <a:gd name="connsiteY107" fmla="*/ 500082 h 902270"/>
              <a:gd name="connsiteX108" fmla="*/ 244039 w 1024044"/>
              <a:gd name="connsiteY108" fmla="*/ 389367 h 902270"/>
              <a:gd name="connsiteX109" fmla="*/ 244039 w 1024044"/>
              <a:gd name="connsiteY109" fmla="*/ 118178 h 902270"/>
              <a:gd name="connsiteX110" fmla="*/ 184326 w 1024044"/>
              <a:gd name="connsiteY110" fmla="*/ 58467 h 902270"/>
              <a:gd name="connsiteX111" fmla="*/ 244039 w 1024044"/>
              <a:gd name="connsiteY111" fmla="*/ 0 h 902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1024044" h="902270">
                <a:moveTo>
                  <a:pt x="313179" y="675323"/>
                </a:moveTo>
                <a:lnTo>
                  <a:pt x="288324" y="721208"/>
                </a:lnTo>
                <a:lnTo>
                  <a:pt x="301994" y="873747"/>
                </a:lnTo>
                <a:lnTo>
                  <a:pt x="473497" y="873747"/>
                </a:lnTo>
                <a:cubicBezTo>
                  <a:pt x="479711" y="873747"/>
                  <a:pt x="484682" y="868786"/>
                  <a:pt x="484682" y="862585"/>
                </a:cubicBezTo>
                <a:lnTo>
                  <a:pt x="484682" y="793137"/>
                </a:lnTo>
                <a:cubicBezTo>
                  <a:pt x="484682" y="728649"/>
                  <a:pt x="432486" y="675323"/>
                  <a:pt x="369104" y="675323"/>
                </a:cubicBezTo>
                <a:close/>
                <a:moveTo>
                  <a:pt x="145405" y="675323"/>
                </a:moveTo>
                <a:cubicBezTo>
                  <a:pt x="80780" y="675323"/>
                  <a:pt x="28584" y="728649"/>
                  <a:pt x="28584" y="793137"/>
                </a:cubicBezTo>
                <a:lnTo>
                  <a:pt x="28584" y="862585"/>
                </a:lnTo>
                <a:cubicBezTo>
                  <a:pt x="28584" y="868786"/>
                  <a:pt x="33555" y="873747"/>
                  <a:pt x="39769" y="873747"/>
                </a:cubicBezTo>
                <a:lnTo>
                  <a:pt x="212514" y="873747"/>
                </a:lnTo>
                <a:lnTo>
                  <a:pt x="226185" y="721208"/>
                </a:lnTo>
                <a:lnTo>
                  <a:pt x="200087" y="675323"/>
                </a:lnTo>
                <a:close/>
                <a:moveTo>
                  <a:pt x="145405" y="648039"/>
                </a:moveTo>
                <a:lnTo>
                  <a:pt x="183931" y="648039"/>
                </a:lnTo>
                <a:lnTo>
                  <a:pt x="329335" y="648039"/>
                </a:lnTo>
                <a:lnTo>
                  <a:pt x="369104" y="648039"/>
                </a:lnTo>
                <a:cubicBezTo>
                  <a:pt x="448642" y="648039"/>
                  <a:pt x="513266" y="712527"/>
                  <a:pt x="513266" y="793137"/>
                </a:cubicBezTo>
                <a:lnTo>
                  <a:pt x="513266" y="862585"/>
                </a:lnTo>
                <a:cubicBezTo>
                  <a:pt x="513266" y="884908"/>
                  <a:pt x="495867" y="902270"/>
                  <a:pt x="473497" y="902270"/>
                </a:cubicBezTo>
                <a:lnTo>
                  <a:pt x="39769" y="902270"/>
                </a:lnTo>
                <a:cubicBezTo>
                  <a:pt x="18642" y="902270"/>
                  <a:pt x="0" y="884908"/>
                  <a:pt x="0" y="862585"/>
                </a:cubicBezTo>
                <a:lnTo>
                  <a:pt x="0" y="793137"/>
                </a:lnTo>
                <a:cubicBezTo>
                  <a:pt x="0" y="712527"/>
                  <a:pt x="65867" y="648039"/>
                  <a:pt x="145405" y="648039"/>
                </a:cubicBezTo>
                <a:close/>
                <a:moveTo>
                  <a:pt x="257723" y="416735"/>
                </a:moveTo>
                <a:cubicBezTo>
                  <a:pt x="211694" y="416735"/>
                  <a:pt x="174374" y="454054"/>
                  <a:pt x="174374" y="500082"/>
                </a:cubicBezTo>
                <a:cubicBezTo>
                  <a:pt x="174374" y="544865"/>
                  <a:pt x="211694" y="582185"/>
                  <a:pt x="257723" y="582185"/>
                </a:cubicBezTo>
                <a:cubicBezTo>
                  <a:pt x="302508" y="582185"/>
                  <a:pt x="339829" y="544865"/>
                  <a:pt x="339829" y="500082"/>
                </a:cubicBezTo>
                <a:cubicBezTo>
                  <a:pt x="339829" y="454054"/>
                  <a:pt x="302508" y="416735"/>
                  <a:pt x="257723" y="416735"/>
                </a:cubicBezTo>
                <a:close/>
                <a:moveTo>
                  <a:pt x="711226" y="388823"/>
                </a:moveTo>
                <a:lnTo>
                  <a:pt x="831061" y="388823"/>
                </a:lnTo>
                <a:cubicBezTo>
                  <a:pt x="838473" y="388823"/>
                  <a:pt x="844650" y="394783"/>
                  <a:pt x="844650" y="401936"/>
                </a:cubicBezTo>
                <a:cubicBezTo>
                  <a:pt x="844650" y="410280"/>
                  <a:pt x="838473" y="416240"/>
                  <a:pt x="831061" y="416240"/>
                </a:cubicBezTo>
                <a:lnTo>
                  <a:pt x="711226" y="416240"/>
                </a:lnTo>
                <a:cubicBezTo>
                  <a:pt x="702578" y="416240"/>
                  <a:pt x="696401" y="410280"/>
                  <a:pt x="696401" y="401936"/>
                </a:cubicBezTo>
                <a:cubicBezTo>
                  <a:pt x="696401" y="394783"/>
                  <a:pt x="702578" y="388823"/>
                  <a:pt x="711226" y="388823"/>
                </a:cubicBezTo>
                <a:close/>
                <a:moveTo>
                  <a:pt x="650225" y="329004"/>
                </a:moveTo>
                <a:lnTo>
                  <a:pt x="831028" y="329004"/>
                </a:lnTo>
                <a:cubicBezTo>
                  <a:pt x="838458" y="329004"/>
                  <a:pt x="844650" y="334964"/>
                  <a:pt x="844650" y="342117"/>
                </a:cubicBezTo>
                <a:cubicBezTo>
                  <a:pt x="844650" y="349269"/>
                  <a:pt x="838458" y="356421"/>
                  <a:pt x="831028" y="356421"/>
                </a:cubicBezTo>
                <a:lnTo>
                  <a:pt x="650225" y="356421"/>
                </a:lnTo>
                <a:cubicBezTo>
                  <a:pt x="642795" y="356421"/>
                  <a:pt x="636603" y="349269"/>
                  <a:pt x="636603" y="342117"/>
                </a:cubicBezTo>
                <a:cubicBezTo>
                  <a:pt x="636603" y="334964"/>
                  <a:pt x="642795" y="329004"/>
                  <a:pt x="650225" y="329004"/>
                </a:cubicBezTo>
                <a:close/>
                <a:moveTo>
                  <a:pt x="650225" y="267939"/>
                </a:moveTo>
                <a:lnTo>
                  <a:pt x="831028" y="267939"/>
                </a:lnTo>
                <a:cubicBezTo>
                  <a:pt x="838458" y="267939"/>
                  <a:pt x="844650" y="275092"/>
                  <a:pt x="844650" y="282244"/>
                </a:cubicBezTo>
                <a:cubicBezTo>
                  <a:pt x="844650" y="289396"/>
                  <a:pt x="838458" y="295356"/>
                  <a:pt x="831028" y="295356"/>
                </a:cubicBezTo>
                <a:lnTo>
                  <a:pt x="650225" y="295356"/>
                </a:lnTo>
                <a:cubicBezTo>
                  <a:pt x="642795" y="295356"/>
                  <a:pt x="636603" y="289396"/>
                  <a:pt x="636603" y="282244"/>
                </a:cubicBezTo>
                <a:cubicBezTo>
                  <a:pt x="636603" y="275092"/>
                  <a:pt x="642795" y="267939"/>
                  <a:pt x="650225" y="267939"/>
                </a:cubicBezTo>
                <a:close/>
                <a:moveTo>
                  <a:pt x="527214" y="246409"/>
                </a:moveTo>
                <a:lnTo>
                  <a:pt x="468967" y="305917"/>
                </a:lnTo>
                <a:lnTo>
                  <a:pt x="464009" y="309636"/>
                </a:lnTo>
                <a:lnTo>
                  <a:pt x="400805" y="372863"/>
                </a:lnTo>
                <a:cubicBezTo>
                  <a:pt x="415677" y="384021"/>
                  <a:pt x="434266" y="390219"/>
                  <a:pt x="454095" y="390219"/>
                </a:cubicBezTo>
                <a:cubicBezTo>
                  <a:pt x="503667" y="390219"/>
                  <a:pt x="544564" y="349308"/>
                  <a:pt x="544564" y="299718"/>
                </a:cubicBezTo>
                <a:cubicBezTo>
                  <a:pt x="544564" y="279882"/>
                  <a:pt x="538368" y="261286"/>
                  <a:pt x="527214" y="246409"/>
                </a:cubicBezTo>
                <a:close/>
                <a:moveTo>
                  <a:pt x="468967" y="210457"/>
                </a:moveTo>
                <a:lnTo>
                  <a:pt x="468967" y="265006"/>
                </a:lnTo>
                <a:lnTo>
                  <a:pt x="507385" y="226574"/>
                </a:lnTo>
                <a:cubicBezTo>
                  <a:pt x="496231" y="217895"/>
                  <a:pt x="482599" y="212936"/>
                  <a:pt x="468967" y="210457"/>
                </a:cubicBezTo>
                <a:close/>
                <a:moveTo>
                  <a:pt x="440463" y="210457"/>
                </a:moveTo>
                <a:cubicBezTo>
                  <a:pt x="395848" y="216656"/>
                  <a:pt x="363626" y="253848"/>
                  <a:pt x="363626" y="299718"/>
                </a:cubicBezTo>
                <a:cubicBezTo>
                  <a:pt x="363626" y="319554"/>
                  <a:pt x="369822" y="338150"/>
                  <a:pt x="379737" y="353027"/>
                </a:cubicBezTo>
                <a:lnTo>
                  <a:pt x="440463" y="293520"/>
                </a:lnTo>
                <a:close/>
                <a:moveTo>
                  <a:pt x="620333" y="208120"/>
                </a:moveTo>
                <a:lnTo>
                  <a:pt x="831015" y="208120"/>
                </a:lnTo>
                <a:cubicBezTo>
                  <a:pt x="838450" y="208120"/>
                  <a:pt x="844647" y="214068"/>
                  <a:pt x="844647" y="221206"/>
                </a:cubicBezTo>
                <a:cubicBezTo>
                  <a:pt x="844647" y="229533"/>
                  <a:pt x="838450" y="234291"/>
                  <a:pt x="831015" y="234291"/>
                </a:cubicBezTo>
                <a:lnTo>
                  <a:pt x="620333" y="234291"/>
                </a:lnTo>
                <a:cubicBezTo>
                  <a:pt x="612898" y="234291"/>
                  <a:pt x="606701" y="229533"/>
                  <a:pt x="606701" y="221206"/>
                </a:cubicBezTo>
                <a:cubicBezTo>
                  <a:pt x="606701" y="214068"/>
                  <a:pt x="612898" y="208120"/>
                  <a:pt x="620333" y="208120"/>
                </a:cubicBezTo>
                <a:close/>
                <a:moveTo>
                  <a:pt x="454095" y="180703"/>
                </a:moveTo>
                <a:cubicBezTo>
                  <a:pt x="486317" y="180703"/>
                  <a:pt x="517299" y="194340"/>
                  <a:pt x="538368" y="215416"/>
                </a:cubicBezTo>
                <a:cubicBezTo>
                  <a:pt x="560675" y="237731"/>
                  <a:pt x="573068" y="266245"/>
                  <a:pt x="573068" y="299718"/>
                </a:cubicBezTo>
                <a:cubicBezTo>
                  <a:pt x="573068" y="365424"/>
                  <a:pt x="519778" y="418733"/>
                  <a:pt x="454095" y="418733"/>
                </a:cubicBezTo>
                <a:cubicBezTo>
                  <a:pt x="388412" y="418733"/>
                  <a:pt x="335122" y="365424"/>
                  <a:pt x="335122" y="299718"/>
                </a:cubicBezTo>
                <a:cubicBezTo>
                  <a:pt x="335122" y="234012"/>
                  <a:pt x="388412" y="180703"/>
                  <a:pt x="454095" y="180703"/>
                </a:cubicBezTo>
                <a:close/>
                <a:moveTo>
                  <a:pt x="271408" y="118178"/>
                </a:moveTo>
                <a:lnTo>
                  <a:pt x="271408" y="389367"/>
                </a:lnTo>
                <a:cubicBezTo>
                  <a:pt x="326145" y="395587"/>
                  <a:pt x="368442" y="442858"/>
                  <a:pt x="368442" y="500082"/>
                </a:cubicBezTo>
                <a:cubicBezTo>
                  <a:pt x="368442" y="513766"/>
                  <a:pt x="364710" y="528693"/>
                  <a:pt x="359734" y="541133"/>
                </a:cubicBezTo>
                <a:lnTo>
                  <a:pt x="900885" y="541133"/>
                </a:lnTo>
                <a:cubicBezTo>
                  <a:pt x="920790" y="541133"/>
                  <a:pt x="936962" y="524961"/>
                  <a:pt x="936962" y="505058"/>
                </a:cubicBezTo>
                <a:lnTo>
                  <a:pt x="936962" y="118178"/>
                </a:lnTo>
                <a:close/>
                <a:moveTo>
                  <a:pt x="244039" y="28611"/>
                </a:moveTo>
                <a:cubicBezTo>
                  <a:pt x="226623" y="28611"/>
                  <a:pt x="212938" y="42295"/>
                  <a:pt x="212938" y="58467"/>
                </a:cubicBezTo>
                <a:cubicBezTo>
                  <a:pt x="212938" y="75883"/>
                  <a:pt x="226623" y="89567"/>
                  <a:pt x="244039" y="89567"/>
                </a:cubicBezTo>
                <a:lnTo>
                  <a:pt x="964331" y="89567"/>
                </a:lnTo>
                <a:cubicBezTo>
                  <a:pt x="981747" y="89567"/>
                  <a:pt x="995431" y="75883"/>
                  <a:pt x="995431" y="58467"/>
                </a:cubicBezTo>
                <a:cubicBezTo>
                  <a:pt x="995431" y="42295"/>
                  <a:pt x="981747" y="28611"/>
                  <a:pt x="964331" y="28611"/>
                </a:cubicBezTo>
                <a:close/>
                <a:moveTo>
                  <a:pt x="244039" y="0"/>
                </a:moveTo>
                <a:lnTo>
                  <a:pt x="964331" y="0"/>
                </a:lnTo>
                <a:cubicBezTo>
                  <a:pt x="997919" y="0"/>
                  <a:pt x="1024044" y="26123"/>
                  <a:pt x="1024044" y="58467"/>
                </a:cubicBezTo>
                <a:cubicBezTo>
                  <a:pt x="1024044" y="90811"/>
                  <a:pt x="997919" y="118178"/>
                  <a:pt x="965575" y="118178"/>
                </a:cubicBezTo>
                <a:lnTo>
                  <a:pt x="965575" y="505058"/>
                </a:lnTo>
                <a:cubicBezTo>
                  <a:pt x="965575" y="541133"/>
                  <a:pt x="936962" y="569745"/>
                  <a:pt x="900885" y="569745"/>
                </a:cubicBezTo>
                <a:lnTo>
                  <a:pt x="619735" y="569745"/>
                </a:lnTo>
                <a:lnTo>
                  <a:pt x="619735" y="636920"/>
                </a:lnTo>
                <a:cubicBezTo>
                  <a:pt x="627199" y="641896"/>
                  <a:pt x="633420" y="650604"/>
                  <a:pt x="633420" y="660556"/>
                </a:cubicBezTo>
                <a:cubicBezTo>
                  <a:pt x="633420" y="676727"/>
                  <a:pt x="620979" y="690411"/>
                  <a:pt x="604807" y="690411"/>
                </a:cubicBezTo>
                <a:cubicBezTo>
                  <a:pt x="588635" y="690411"/>
                  <a:pt x="577438" y="676727"/>
                  <a:pt x="577438" y="660556"/>
                </a:cubicBezTo>
                <a:cubicBezTo>
                  <a:pt x="577438" y="650604"/>
                  <a:pt x="582414" y="641896"/>
                  <a:pt x="591123" y="636920"/>
                </a:cubicBezTo>
                <a:lnTo>
                  <a:pt x="591123" y="569745"/>
                </a:lnTo>
                <a:lnTo>
                  <a:pt x="343561" y="569745"/>
                </a:lnTo>
                <a:cubicBezTo>
                  <a:pt x="322413" y="594624"/>
                  <a:pt x="291312" y="609552"/>
                  <a:pt x="257723" y="609552"/>
                </a:cubicBezTo>
                <a:cubicBezTo>
                  <a:pt x="196766" y="609552"/>
                  <a:pt x="145761" y="561037"/>
                  <a:pt x="145761" y="500082"/>
                </a:cubicBezTo>
                <a:cubicBezTo>
                  <a:pt x="145761" y="442858"/>
                  <a:pt x="188058" y="395587"/>
                  <a:pt x="244039" y="389367"/>
                </a:cubicBezTo>
                <a:lnTo>
                  <a:pt x="244039" y="118178"/>
                </a:lnTo>
                <a:cubicBezTo>
                  <a:pt x="210450" y="118178"/>
                  <a:pt x="184326" y="90811"/>
                  <a:pt x="184326" y="58467"/>
                </a:cubicBezTo>
                <a:cubicBezTo>
                  <a:pt x="184326" y="26123"/>
                  <a:pt x="210450" y="0"/>
                  <a:pt x="244039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4" name="Rounded Rectangle 310">
            <a:extLst>
              <a:ext uri="{FF2B5EF4-FFF2-40B4-BE49-F238E27FC236}">
                <a16:creationId xmlns:a16="http://schemas.microsoft.com/office/drawing/2014/main" id="{CE5B806E-EE1F-4A2C-0B1D-58B15F0DAAD7}"/>
              </a:ext>
            </a:extLst>
          </p:cNvPr>
          <p:cNvSpPr/>
          <p:nvPr/>
        </p:nvSpPr>
        <p:spPr>
          <a:xfrm>
            <a:off x="483230" y="4992602"/>
            <a:ext cx="3803742" cy="1445657"/>
          </a:xfrm>
          <a:prstGeom prst="roundRect">
            <a:avLst>
              <a:gd name="adj" fmla="val 15323"/>
            </a:avLst>
          </a:prstGeom>
          <a:solidFill>
            <a:schemeClr val="bg1"/>
          </a:solidFill>
          <a:ln>
            <a:noFill/>
          </a:ln>
          <a:effectLst>
            <a:outerShdw blurRad="508000" dist="2540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ne">
              <a:solidFill>
                <a:schemeClr val="lt1"/>
              </a:solidFill>
            </a:endParaRPr>
          </a:p>
        </p:txBody>
      </p:sp>
      <p:sp>
        <p:nvSpPr>
          <p:cNvPr id="65" name="Rounded Rectangle 311">
            <a:extLst>
              <a:ext uri="{FF2B5EF4-FFF2-40B4-BE49-F238E27FC236}">
                <a16:creationId xmlns:a16="http://schemas.microsoft.com/office/drawing/2014/main" id="{BDFDA42C-A764-FDFB-5A01-07C6E3A82F7C}"/>
              </a:ext>
            </a:extLst>
          </p:cNvPr>
          <p:cNvSpPr/>
          <p:nvPr/>
        </p:nvSpPr>
        <p:spPr>
          <a:xfrm>
            <a:off x="483230" y="4992602"/>
            <a:ext cx="3803742" cy="45074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6" name="Freeform 383">
            <a:extLst>
              <a:ext uri="{FF2B5EF4-FFF2-40B4-BE49-F238E27FC236}">
                <a16:creationId xmlns:a16="http://schemas.microsoft.com/office/drawing/2014/main" id="{CFAC0473-A134-2B6E-645E-1D5E3B59083E}"/>
              </a:ext>
            </a:extLst>
          </p:cNvPr>
          <p:cNvSpPr/>
          <p:nvPr/>
        </p:nvSpPr>
        <p:spPr>
          <a:xfrm>
            <a:off x="3538494" y="4902590"/>
            <a:ext cx="1257007" cy="125744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45" h="1845">
                <a:moveTo>
                  <a:pt x="1845" y="923"/>
                </a:moveTo>
                <a:cubicBezTo>
                  <a:pt x="1845" y="1432"/>
                  <a:pt x="1432" y="1845"/>
                  <a:pt x="923" y="1845"/>
                </a:cubicBezTo>
                <a:cubicBezTo>
                  <a:pt x="413" y="1845"/>
                  <a:pt x="0" y="1432"/>
                  <a:pt x="0" y="923"/>
                </a:cubicBezTo>
                <a:cubicBezTo>
                  <a:pt x="0" y="413"/>
                  <a:pt x="413" y="0"/>
                  <a:pt x="923" y="0"/>
                </a:cubicBezTo>
                <a:cubicBezTo>
                  <a:pt x="1432" y="0"/>
                  <a:pt x="1845" y="413"/>
                  <a:pt x="1845" y="923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7" name="Freeform 385">
            <a:extLst>
              <a:ext uri="{FF2B5EF4-FFF2-40B4-BE49-F238E27FC236}">
                <a16:creationId xmlns:a16="http://schemas.microsoft.com/office/drawing/2014/main" id="{053C3C20-09A1-989A-B726-C6B46A925994}"/>
              </a:ext>
            </a:extLst>
          </p:cNvPr>
          <p:cNvSpPr/>
          <p:nvPr/>
        </p:nvSpPr>
        <p:spPr>
          <a:xfrm>
            <a:off x="3637336" y="5001465"/>
            <a:ext cx="1059322" cy="105969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55" h="1555">
                <a:moveTo>
                  <a:pt x="1555" y="778"/>
                </a:moveTo>
                <a:cubicBezTo>
                  <a:pt x="1555" y="1207"/>
                  <a:pt x="1207" y="1555"/>
                  <a:pt x="778" y="1555"/>
                </a:cubicBezTo>
                <a:cubicBezTo>
                  <a:pt x="348" y="1555"/>
                  <a:pt x="0" y="1207"/>
                  <a:pt x="0" y="778"/>
                </a:cubicBezTo>
                <a:cubicBezTo>
                  <a:pt x="0" y="348"/>
                  <a:pt x="348" y="0"/>
                  <a:pt x="778" y="0"/>
                </a:cubicBezTo>
                <a:cubicBezTo>
                  <a:pt x="1207" y="0"/>
                  <a:pt x="1555" y="348"/>
                  <a:pt x="1555" y="778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8" name="Freeform 30">
            <a:extLst>
              <a:ext uri="{FF2B5EF4-FFF2-40B4-BE49-F238E27FC236}">
                <a16:creationId xmlns:a16="http://schemas.microsoft.com/office/drawing/2014/main" id="{6DFD95AC-AD50-B6B5-0FA5-E5EA8A6B8CB7}"/>
              </a:ext>
            </a:extLst>
          </p:cNvPr>
          <p:cNvSpPr/>
          <p:nvPr/>
        </p:nvSpPr>
        <p:spPr>
          <a:xfrm>
            <a:off x="3936589" y="5251047"/>
            <a:ext cx="460812" cy="559851"/>
          </a:xfrm>
          <a:custGeom>
            <a:avLst/>
            <a:gdLst>
              <a:gd name="connsiteX0" fmla="*/ 161838 w 842156"/>
              <a:gd name="connsiteY0" fmla="*/ 389311 h 1023154"/>
              <a:gd name="connsiteX1" fmla="*/ 148162 w 842156"/>
              <a:gd name="connsiteY1" fmla="*/ 401728 h 1023154"/>
              <a:gd name="connsiteX2" fmla="*/ 161838 w 842156"/>
              <a:gd name="connsiteY2" fmla="*/ 415387 h 1023154"/>
              <a:gd name="connsiteX3" fmla="*/ 174270 w 842156"/>
              <a:gd name="connsiteY3" fmla="*/ 401728 h 1023154"/>
              <a:gd name="connsiteX4" fmla="*/ 161838 w 842156"/>
              <a:gd name="connsiteY4" fmla="*/ 389311 h 1023154"/>
              <a:gd name="connsiteX5" fmla="*/ 490042 w 842156"/>
              <a:gd name="connsiteY5" fmla="*/ 357028 h 1023154"/>
              <a:gd name="connsiteX6" fmla="*/ 477610 w 842156"/>
              <a:gd name="connsiteY6" fmla="*/ 370686 h 1023154"/>
              <a:gd name="connsiteX7" fmla="*/ 490042 w 842156"/>
              <a:gd name="connsiteY7" fmla="*/ 383103 h 1023154"/>
              <a:gd name="connsiteX8" fmla="*/ 503716 w 842156"/>
              <a:gd name="connsiteY8" fmla="*/ 370686 h 1023154"/>
              <a:gd name="connsiteX9" fmla="*/ 490042 w 842156"/>
              <a:gd name="connsiteY9" fmla="*/ 357028 h 1023154"/>
              <a:gd name="connsiteX10" fmla="*/ 623064 w 842156"/>
              <a:gd name="connsiteY10" fmla="*/ 261418 h 1023154"/>
              <a:gd name="connsiteX11" fmla="*/ 528580 w 842156"/>
              <a:gd name="connsiteY11" fmla="*/ 353302 h 1023154"/>
              <a:gd name="connsiteX12" fmla="*/ 531068 w 842156"/>
              <a:gd name="connsiteY12" fmla="*/ 370686 h 1023154"/>
              <a:gd name="connsiteX13" fmla="*/ 490042 w 842156"/>
              <a:gd name="connsiteY13" fmla="*/ 411662 h 1023154"/>
              <a:gd name="connsiteX14" fmla="*/ 449016 w 842156"/>
              <a:gd name="connsiteY14" fmla="*/ 370686 h 1023154"/>
              <a:gd name="connsiteX15" fmla="*/ 451502 w 842156"/>
              <a:gd name="connsiteY15" fmla="*/ 358269 h 1023154"/>
              <a:gd name="connsiteX16" fmla="*/ 347074 w 842156"/>
              <a:gd name="connsiteY16" fmla="*/ 277560 h 1023154"/>
              <a:gd name="connsiteX17" fmla="*/ 325940 w 842156"/>
              <a:gd name="connsiteY17" fmla="*/ 283768 h 1023154"/>
              <a:gd name="connsiteX18" fmla="*/ 306048 w 842156"/>
              <a:gd name="connsiteY18" fmla="*/ 278802 h 1023154"/>
              <a:gd name="connsiteX19" fmla="*/ 200378 w 842156"/>
              <a:gd name="connsiteY19" fmla="*/ 388070 h 1023154"/>
              <a:gd name="connsiteX20" fmla="*/ 201620 w 842156"/>
              <a:gd name="connsiteY20" fmla="*/ 401728 h 1023154"/>
              <a:gd name="connsiteX21" fmla="*/ 175514 w 842156"/>
              <a:gd name="connsiteY21" fmla="*/ 440220 h 1023154"/>
              <a:gd name="connsiteX22" fmla="*/ 175514 w 842156"/>
              <a:gd name="connsiteY22" fmla="*/ 494854 h 1023154"/>
              <a:gd name="connsiteX23" fmla="*/ 626794 w 842156"/>
              <a:gd name="connsiteY23" fmla="*/ 494854 h 1023154"/>
              <a:gd name="connsiteX24" fmla="*/ 626794 w 842156"/>
              <a:gd name="connsiteY24" fmla="*/ 262660 h 1023154"/>
              <a:gd name="connsiteX25" fmla="*/ 623064 w 842156"/>
              <a:gd name="connsiteY25" fmla="*/ 261418 h 1023154"/>
              <a:gd name="connsiteX26" fmla="*/ 325940 w 842156"/>
              <a:gd name="connsiteY26" fmla="*/ 229134 h 1023154"/>
              <a:gd name="connsiteX27" fmla="*/ 312264 w 842156"/>
              <a:gd name="connsiteY27" fmla="*/ 242793 h 1023154"/>
              <a:gd name="connsiteX28" fmla="*/ 325940 w 842156"/>
              <a:gd name="connsiteY28" fmla="*/ 255210 h 1023154"/>
              <a:gd name="connsiteX29" fmla="*/ 338372 w 842156"/>
              <a:gd name="connsiteY29" fmla="*/ 242793 h 1023154"/>
              <a:gd name="connsiteX30" fmla="*/ 325940 w 842156"/>
              <a:gd name="connsiteY30" fmla="*/ 229134 h 1023154"/>
              <a:gd name="connsiteX31" fmla="*/ 640468 w 842156"/>
              <a:gd name="connsiteY31" fmla="*/ 211751 h 1023154"/>
              <a:gd name="connsiteX32" fmla="*/ 626794 w 842156"/>
              <a:gd name="connsiteY32" fmla="*/ 224168 h 1023154"/>
              <a:gd name="connsiteX33" fmla="*/ 640468 w 842156"/>
              <a:gd name="connsiteY33" fmla="*/ 237826 h 1023154"/>
              <a:gd name="connsiteX34" fmla="*/ 652900 w 842156"/>
              <a:gd name="connsiteY34" fmla="*/ 224168 h 1023154"/>
              <a:gd name="connsiteX35" fmla="*/ 640468 w 842156"/>
              <a:gd name="connsiteY35" fmla="*/ 211751 h 1023154"/>
              <a:gd name="connsiteX36" fmla="*/ 640468 w 842156"/>
              <a:gd name="connsiteY36" fmla="*/ 183192 h 1023154"/>
              <a:gd name="connsiteX37" fmla="*/ 681494 w 842156"/>
              <a:gd name="connsiteY37" fmla="*/ 224168 h 1023154"/>
              <a:gd name="connsiteX38" fmla="*/ 654144 w 842156"/>
              <a:gd name="connsiteY38" fmla="*/ 262660 h 1023154"/>
              <a:gd name="connsiteX39" fmla="*/ 654144 w 842156"/>
              <a:gd name="connsiteY39" fmla="*/ 494854 h 1023154"/>
              <a:gd name="connsiteX40" fmla="*/ 687710 w 842156"/>
              <a:gd name="connsiteY40" fmla="*/ 494854 h 1023154"/>
              <a:gd name="connsiteX41" fmla="*/ 701384 w 842156"/>
              <a:gd name="connsiteY41" fmla="*/ 508513 h 1023154"/>
              <a:gd name="connsiteX42" fmla="*/ 687710 w 842156"/>
              <a:gd name="connsiteY42" fmla="*/ 523413 h 1023154"/>
              <a:gd name="connsiteX43" fmla="*/ 654144 w 842156"/>
              <a:gd name="connsiteY43" fmla="*/ 523413 h 1023154"/>
              <a:gd name="connsiteX44" fmla="*/ 148162 w 842156"/>
              <a:gd name="connsiteY44" fmla="*/ 523413 h 1023154"/>
              <a:gd name="connsiteX45" fmla="*/ 118326 w 842156"/>
              <a:gd name="connsiteY45" fmla="*/ 523413 h 1023154"/>
              <a:gd name="connsiteX46" fmla="*/ 104652 w 842156"/>
              <a:gd name="connsiteY46" fmla="*/ 508513 h 1023154"/>
              <a:gd name="connsiteX47" fmla="*/ 118326 w 842156"/>
              <a:gd name="connsiteY47" fmla="*/ 494854 h 1023154"/>
              <a:gd name="connsiteX48" fmla="*/ 148162 w 842156"/>
              <a:gd name="connsiteY48" fmla="*/ 494854 h 1023154"/>
              <a:gd name="connsiteX49" fmla="*/ 148162 w 842156"/>
              <a:gd name="connsiteY49" fmla="*/ 440220 h 1023154"/>
              <a:gd name="connsiteX50" fmla="*/ 119570 w 842156"/>
              <a:gd name="connsiteY50" fmla="*/ 401728 h 1023154"/>
              <a:gd name="connsiteX51" fmla="*/ 161838 w 842156"/>
              <a:gd name="connsiteY51" fmla="*/ 360753 h 1023154"/>
              <a:gd name="connsiteX52" fmla="*/ 181730 w 842156"/>
              <a:gd name="connsiteY52" fmla="*/ 366961 h 1023154"/>
              <a:gd name="connsiteX53" fmla="*/ 287400 w 842156"/>
              <a:gd name="connsiteY53" fmla="*/ 256451 h 1023154"/>
              <a:gd name="connsiteX54" fmla="*/ 284914 w 842156"/>
              <a:gd name="connsiteY54" fmla="*/ 242793 h 1023154"/>
              <a:gd name="connsiteX55" fmla="*/ 325940 w 842156"/>
              <a:gd name="connsiteY55" fmla="*/ 201817 h 1023154"/>
              <a:gd name="connsiteX56" fmla="*/ 366966 w 842156"/>
              <a:gd name="connsiteY56" fmla="*/ 242793 h 1023154"/>
              <a:gd name="connsiteX57" fmla="*/ 364478 w 842156"/>
              <a:gd name="connsiteY57" fmla="*/ 255210 h 1023154"/>
              <a:gd name="connsiteX58" fmla="*/ 468908 w 842156"/>
              <a:gd name="connsiteY58" fmla="*/ 334677 h 1023154"/>
              <a:gd name="connsiteX59" fmla="*/ 490042 w 842156"/>
              <a:gd name="connsiteY59" fmla="*/ 329711 h 1023154"/>
              <a:gd name="connsiteX60" fmla="*/ 508690 w 842156"/>
              <a:gd name="connsiteY60" fmla="*/ 333436 h 1023154"/>
              <a:gd name="connsiteX61" fmla="*/ 603172 w 842156"/>
              <a:gd name="connsiteY61" fmla="*/ 241551 h 1023154"/>
              <a:gd name="connsiteX62" fmla="*/ 599442 w 842156"/>
              <a:gd name="connsiteY62" fmla="*/ 224168 h 1023154"/>
              <a:gd name="connsiteX63" fmla="*/ 640468 w 842156"/>
              <a:gd name="connsiteY63" fmla="*/ 183192 h 1023154"/>
              <a:gd name="connsiteX64" fmla="*/ 74638 w 842156"/>
              <a:gd name="connsiteY64" fmla="*/ 121982 h 1023154"/>
              <a:gd name="connsiteX65" fmla="*/ 74638 w 842156"/>
              <a:gd name="connsiteY65" fmla="*/ 576302 h 1023154"/>
              <a:gd name="connsiteX66" fmla="*/ 740152 w 842156"/>
              <a:gd name="connsiteY66" fmla="*/ 576302 h 1023154"/>
              <a:gd name="connsiteX67" fmla="*/ 740152 w 842156"/>
              <a:gd name="connsiteY67" fmla="*/ 121982 h 1023154"/>
              <a:gd name="connsiteX68" fmla="*/ 406774 w 842156"/>
              <a:gd name="connsiteY68" fmla="*/ 0 h 1023154"/>
              <a:gd name="connsiteX69" fmla="*/ 436628 w 842156"/>
              <a:gd name="connsiteY69" fmla="*/ 28628 h 1023154"/>
              <a:gd name="connsiteX70" fmla="*/ 421700 w 842156"/>
              <a:gd name="connsiteY70" fmla="*/ 53523 h 1023154"/>
              <a:gd name="connsiteX71" fmla="*/ 421700 w 842156"/>
              <a:gd name="connsiteY71" fmla="*/ 94598 h 1023154"/>
              <a:gd name="connsiteX72" fmla="*/ 768762 w 842156"/>
              <a:gd name="connsiteY72" fmla="*/ 94598 h 1023154"/>
              <a:gd name="connsiteX73" fmla="*/ 827228 w 842156"/>
              <a:gd name="connsiteY73" fmla="*/ 94598 h 1023154"/>
              <a:gd name="connsiteX74" fmla="*/ 842156 w 842156"/>
              <a:gd name="connsiteY74" fmla="*/ 108290 h 1023154"/>
              <a:gd name="connsiteX75" fmla="*/ 827228 w 842156"/>
              <a:gd name="connsiteY75" fmla="*/ 121982 h 1023154"/>
              <a:gd name="connsiteX76" fmla="*/ 768762 w 842156"/>
              <a:gd name="connsiteY76" fmla="*/ 121982 h 1023154"/>
              <a:gd name="connsiteX77" fmla="*/ 768762 w 842156"/>
              <a:gd name="connsiteY77" fmla="*/ 604930 h 1023154"/>
              <a:gd name="connsiteX78" fmla="*/ 421700 w 842156"/>
              <a:gd name="connsiteY78" fmla="*/ 604930 h 1023154"/>
              <a:gd name="connsiteX79" fmla="*/ 421700 w 842156"/>
              <a:gd name="connsiteY79" fmla="*/ 794127 h 1023154"/>
              <a:gd name="connsiteX80" fmla="*/ 625708 w 842156"/>
              <a:gd name="connsiteY80" fmla="*/ 973366 h 1023154"/>
              <a:gd name="connsiteX81" fmla="*/ 626952 w 842156"/>
              <a:gd name="connsiteY81" fmla="*/ 993281 h 1023154"/>
              <a:gd name="connsiteX82" fmla="*/ 617000 w 842156"/>
              <a:gd name="connsiteY82" fmla="*/ 998260 h 1023154"/>
              <a:gd name="connsiteX83" fmla="*/ 607050 w 842156"/>
              <a:gd name="connsiteY83" fmla="*/ 994526 h 1023154"/>
              <a:gd name="connsiteX84" fmla="*/ 421700 w 842156"/>
              <a:gd name="connsiteY84" fmla="*/ 831468 h 1023154"/>
              <a:gd name="connsiteX85" fmla="*/ 421700 w 842156"/>
              <a:gd name="connsiteY85" fmla="*/ 1009462 h 1023154"/>
              <a:gd name="connsiteX86" fmla="*/ 406774 w 842156"/>
              <a:gd name="connsiteY86" fmla="*/ 1023154 h 1023154"/>
              <a:gd name="connsiteX87" fmla="*/ 393090 w 842156"/>
              <a:gd name="connsiteY87" fmla="*/ 1009462 h 1023154"/>
              <a:gd name="connsiteX88" fmla="*/ 393090 w 842156"/>
              <a:gd name="connsiteY88" fmla="*/ 831468 h 1023154"/>
              <a:gd name="connsiteX89" fmla="*/ 204008 w 842156"/>
              <a:gd name="connsiteY89" fmla="*/ 994526 h 1023154"/>
              <a:gd name="connsiteX90" fmla="*/ 195302 w 842156"/>
              <a:gd name="connsiteY90" fmla="*/ 998260 h 1023154"/>
              <a:gd name="connsiteX91" fmla="*/ 184106 w 842156"/>
              <a:gd name="connsiteY91" fmla="*/ 993281 h 1023154"/>
              <a:gd name="connsiteX92" fmla="*/ 186594 w 842156"/>
              <a:gd name="connsiteY92" fmla="*/ 973366 h 1023154"/>
              <a:gd name="connsiteX93" fmla="*/ 393090 w 842156"/>
              <a:gd name="connsiteY93" fmla="*/ 794127 h 1023154"/>
              <a:gd name="connsiteX94" fmla="*/ 393090 w 842156"/>
              <a:gd name="connsiteY94" fmla="*/ 604930 h 1023154"/>
              <a:gd name="connsiteX95" fmla="*/ 46028 w 842156"/>
              <a:gd name="connsiteY95" fmla="*/ 604930 h 1023154"/>
              <a:gd name="connsiteX96" fmla="*/ 46028 w 842156"/>
              <a:gd name="connsiteY96" fmla="*/ 121982 h 1023154"/>
              <a:gd name="connsiteX97" fmla="*/ 13684 w 842156"/>
              <a:gd name="connsiteY97" fmla="*/ 121982 h 1023154"/>
              <a:gd name="connsiteX98" fmla="*/ 0 w 842156"/>
              <a:gd name="connsiteY98" fmla="*/ 108290 h 1023154"/>
              <a:gd name="connsiteX99" fmla="*/ 13684 w 842156"/>
              <a:gd name="connsiteY99" fmla="*/ 94598 h 1023154"/>
              <a:gd name="connsiteX100" fmla="*/ 46028 w 842156"/>
              <a:gd name="connsiteY100" fmla="*/ 94598 h 1023154"/>
              <a:gd name="connsiteX101" fmla="*/ 393090 w 842156"/>
              <a:gd name="connsiteY101" fmla="*/ 94598 h 1023154"/>
              <a:gd name="connsiteX102" fmla="*/ 393090 w 842156"/>
              <a:gd name="connsiteY102" fmla="*/ 53523 h 1023154"/>
              <a:gd name="connsiteX103" fmla="*/ 379406 w 842156"/>
              <a:gd name="connsiteY103" fmla="*/ 28628 h 1023154"/>
              <a:gd name="connsiteX104" fmla="*/ 406774 w 842156"/>
              <a:gd name="connsiteY104" fmla="*/ 0 h 1023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842156" h="1023154">
                <a:moveTo>
                  <a:pt x="161838" y="389311"/>
                </a:moveTo>
                <a:cubicBezTo>
                  <a:pt x="154378" y="389311"/>
                  <a:pt x="148162" y="394278"/>
                  <a:pt x="148162" y="401728"/>
                </a:cubicBezTo>
                <a:cubicBezTo>
                  <a:pt x="148162" y="409178"/>
                  <a:pt x="154378" y="415387"/>
                  <a:pt x="161838" y="415387"/>
                </a:cubicBezTo>
                <a:cubicBezTo>
                  <a:pt x="168054" y="415387"/>
                  <a:pt x="174270" y="409178"/>
                  <a:pt x="174270" y="401728"/>
                </a:cubicBezTo>
                <a:cubicBezTo>
                  <a:pt x="174270" y="394278"/>
                  <a:pt x="168054" y="389311"/>
                  <a:pt x="161838" y="389311"/>
                </a:cubicBezTo>
                <a:close/>
                <a:moveTo>
                  <a:pt x="490042" y="357028"/>
                </a:moveTo>
                <a:cubicBezTo>
                  <a:pt x="483826" y="357028"/>
                  <a:pt x="477610" y="363236"/>
                  <a:pt x="477610" y="370686"/>
                </a:cubicBezTo>
                <a:cubicBezTo>
                  <a:pt x="477610" y="376894"/>
                  <a:pt x="483826" y="383103"/>
                  <a:pt x="490042" y="383103"/>
                </a:cubicBezTo>
                <a:cubicBezTo>
                  <a:pt x="497500" y="383103"/>
                  <a:pt x="503716" y="376894"/>
                  <a:pt x="503716" y="370686"/>
                </a:cubicBezTo>
                <a:cubicBezTo>
                  <a:pt x="503716" y="363236"/>
                  <a:pt x="497500" y="357028"/>
                  <a:pt x="490042" y="357028"/>
                </a:cubicBezTo>
                <a:close/>
                <a:moveTo>
                  <a:pt x="623064" y="261418"/>
                </a:moveTo>
                <a:lnTo>
                  <a:pt x="528580" y="353302"/>
                </a:lnTo>
                <a:cubicBezTo>
                  <a:pt x="531068" y="358269"/>
                  <a:pt x="531068" y="364478"/>
                  <a:pt x="531068" y="370686"/>
                </a:cubicBezTo>
                <a:cubicBezTo>
                  <a:pt x="531068" y="393036"/>
                  <a:pt x="513662" y="411662"/>
                  <a:pt x="490042" y="411662"/>
                </a:cubicBezTo>
                <a:cubicBezTo>
                  <a:pt x="468908" y="411662"/>
                  <a:pt x="449016" y="393036"/>
                  <a:pt x="449016" y="370686"/>
                </a:cubicBezTo>
                <a:cubicBezTo>
                  <a:pt x="449016" y="365719"/>
                  <a:pt x="450260" y="361994"/>
                  <a:pt x="451502" y="358269"/>
                </a:cubicBezTo>
                <a:lnTo>
                  <a:pt x="347074" y="277560"/>
                </a:lnTo>
                <a:cubicBezTo>
                  <a:pt x="340858" y="281285"/>
                  <a:pt x="333400" y="283768"/>
                  <a:pt x="325940" y="283768"/>
                </a:cubicBezTo>
                <a:cubicBezTo>
                  <a:pt x="318480" y="283768"/>
                  <a:pt x="312264" y="281285"/>
                  <a:pt x="306048" y="278802"/>
                </a:cubicBezTo>
                <a:lnTo>
                  <a:pt x="200378" y="388070"/>
                </a:lnTo>
                <a:cubicBezTo>
                  <a:pt x="201620" y="391795"/>
                  <a:pt x="201620" y="396761"/>
                  <a:pt x="201620" y="401728"/>
                </a:cubicBezTo>
                <a:cubicBezTo>
                  <a:pt x="201620" y="419112"/>
                  <a:pt x="190432" y="435254"/>
                  <a:pt x="175514" y="440220"/>
                </a:cubicBezTo>
                <a:lnTo>
                  <a:pt x="175514" y="494854"/>
                </a:lnTo>
                <a:lnTo>
                  <a:pt x="626794" y="494854"/>
                </a:lnTo>
                <a:lnTo>
                  <a:pt x="626794" y="262660"/>
                </a:lnTo>
                <a:cubicBezTo>
                  <a:pt x="625550" y="262660"/>
                  <a:pt x="624306" y="261418"/>
                  <a:pt x="623064" y="261418"/>
                </a:cubicBezTo>
                <a:close/>
                <a:moveTo>
                  <a:pt x="325940" y="229134"/>
                </a:moveTo>
                <a:cubicBezTo>
                  <a:pt x="318480" y="229134"/>
                  <a:pt x="312264" y="235343"/>
                  <a:pt x="312264" y="242793"/>
                </a:cubicBezTo>
                <a:cubicBezTo>
                  <a:pt x="312264" y="249001"/>
                  <a:pt x="318480" y="255210"/>
                  <a:pt x="325940" y="255210"/>
                </a:cubicBezTo>
                <a:cubicBezTo>
                  <a:pt x="333400" y="255210"/>
                  <a:pt x="338372" y="249001"/>
                  <a:pt x="338372" y="242793"/>
                </a:cubicBezTo>
                <a:cubicBezTo>
                  <a:pt x="338372" y="235343"/>
                  <a:pt x="333400" y="229134"/>
                  <a:pt x="325940" y="229134"/>
                </a:cubicBezTo>
                <a:close/>
                <a:moveTo>
                  <a:pt x="640468" y="211751"/>
                </a:moveTo>
                <a:cubicBezTo>
                  <a:pt x="633010" y="211751"/>
                  <a:pt x="626794" y="217959"/>
                  <a:pt x="626794" y="224168"/>
                </a:cubicBezTo>
                <a:cubicBezTo>
                  <a:pt x="626794" y="231618"/>
                  <a:pt x="633010" y="237826"/>
                  <a:pt x="640468" y="237826"/>
                </a:cubicBezTo>
                <a:cubicBezTo>
                  <a:pt x="647928" y="237826"/>
                  <a:pt x="652900" y="231618"/>
                  <a:pt x="652900" y="224168"/>
                </a:cubicBezTo>
                <a:cubicBezTo>
                  <a:pt x="652900" y="217959"/>
                  <a:pt x="647928" y="211751"/>
                  <a:pt x="640468" y="211751"/>
                </a:cubicBezTo>
                <a:close/>
                <a:moveTo>
                  <a:pt x="640468" y="183192"/>
                </a:moveTo>
                <a:cubicBezTo>
                  <a:pt x="662846" y="183192"/>
                  <a:pt x="681494" y="201817"/>
                  <a:pt x="681494" y="224168"/>
                </a:cubicBezTo>
                <a:cubicBezTo>
                  <a:pt x="681494" y="241551"/>
                  <a:pt x="670306" y="256451"/>
                  <a:pt x="654144" y="262660"/>
                </a:cubicBezTo>
                <a:lnTo>
                  <a:pt x="654144" y="494854"/>
                </a:lnTo>
                <a:lnTo>
                  <a:pt x="687710" y="494854"/>
                </a:lnTo>
                <a:cubicBezTo>
                  <a:pt x="695168" y="494854"/>
                  <a:pt x="701384" y="501063"/>
                  <a:pt x="701384" y="508513"/>
                </a:cubicBezTo>
                <a:cubicBezTo>
                  <a:pt x="701384" y="515963"/>
                  <a:pt x="695168" y="523413"/>
                  <a:pt x="687710" y="523413"/>
                </a:cubicBezTo>
                <a:lnTo>
                  <a:pt x="654144" y="523413"/>
                </a:lnTo>
                <a:lnTo>
                  <a:pt x="148162" y="523413"/>
                </a:lnTo>
                <a:lnTo>
                  <a:pt x="118326" y="523413"/>
                </a:lnTo>
                <a:cubicBezTo>
                  <a:pt x="110866" y="523413"/>
                  <a:pt x="104652" y="515963"/>
                  <a:pt x="104652" y="508513"/>
                </a:cubicBezTo>
                <a:cubicBezTo>
                  <a:pt x="104652" y="501063"/>
                  <a:pt x="110866" y="494854"/>
                  <a:pt x="118326" y="494854"/>
                </a:cubicBezTo>
                <a:lnTo>
                  <a:pt x="148162" y="494854"/>
                </a:lnTo>
                <a:lnTo>
                  <a:pt x="148162" y="440220"/>
                </a:lnTo>
                <a:cubicBezTo>
                  <a:pt x="132002" y="435254"/>
                  <a:pt x="119570" y="419112"/>
                  <a:pt x="119570" y="401728"/>
                </a:cubicBezTo>
                <a:cubicBezTo>
                  <a:pt x="119570" y="379378"/>
                  <a:pt x="138218" y="360753"/>
                  <a:pt x="161838" y="360753"/>
                </a:cubicBezTo>
                <a:cubicBezTo>
                  <a:pt x="169298" y="360753"/>
                  <a:pt x="175514" y="363236"/>
                  <a:pt x="181730" y="366961"/>
                </a:cubicBezTo>
                <a:lnTo>
                  <a:pt x="287400" y="256451"/>
                </a:lnTo>
                <a:cubicBezTo>
                  <a:pt x="286158" y="251485"/>
                  <a:pt x="284914" y="247759"/>
                  <a:pt x="284914" y="242793"/>
                </a:cubicBezTo>
                <a:cubicBezTo>
                  <a:pt x="284914" y="220442"/>
                  <a:pt x="303562" y="201817"/>
                  <a:pt x="325940" y="201817"/>
                </a:cubicBezTo>
                <a:cubicBezTo>
                  <a:pt x="348318" y="201817"/>
                  <a:pt x="366966" y="220442"/>
                  <a:pt x="366966" y="242793"/>
                </a:cubicBezTo>
                <a:cubicBezTo>
                  <a:pt x="366966" y="247759"/>
                  <a:pt x="365722" y="251485"/>
                  <a:pt x="364478" y="255210"/>
                </a:cubicBezTo>
                <a:lnTo>
                  <a:pt x="468908" y="334677"/>
                </a:lnTo>
                <a:cubicBezTo>
                  <a:pt x="473880" y="332194"/>
                  <a:pt x="482582" y="329711"/>
                  <a:pt x="490042" y="329711"/>
                </a:cubicBezTo>
                <a:cubicBezTo>
                  <a:pt x="497500" y="329711"/>
                  <a:pt x="503716" y="330952"/>
                  <a:pt x="508690" y="333436"/>
                </a:cubicBezTo>
                <a:lnTo>
                  <a:pt x="603172" y="241551"/>
                </a:lnTo>
                <a:cubicBezTo>
                  <a:pt x="600686" y="235343"/>
                  <a:pt x="599442" y="230376"/>
                  <a:pt x="599442" y="224168"/>
                </a:cubicBezTo>
                <a:cubicBezTo>
                  <a:pt x="599442" y="201817"/>
                  <a:pt x="616848" y="183192"/>
                  <a:pt x="640468" y="183192"/>
                </a:cubicBezTo>
                <a:close/>
                <a:moveTo>
                  <a:pt x="74638" y="121982"/>
                </a:moveTo>
                <a:lnTo>
                  <a:pt x="74638" y="576302"/>
                </a:lnTo>
                <a:lnTo>
                  <a:pt x="740152" y="576302"/>
                </a:lnTo>
                <a:lnTo>
                  <a:pt x="740152" y="121982"/>
                </a:lnTo>
                <a:close/>
                <a:moveTo>
                  <a:pt x="406774" y="0"/>
                </a:moveTo>
                <a:cubicBezTo>
                  <a:pt x="422944" y="0"/>
                  <a:pt x="436628" y="13692"/>
                  <a:pt x="436628" y="28628"/>
                </a:cubicBezTo>
                <a:cubicBezTo>
                  <a:pt x="436628" y="39831"/>
                  <a:pt x="430408" y="48544"/>
                  <a:pt x="421700" y="53523"/>
                </a:cubicBezTo>
                <a:lnTo>
                  <a:pt x="421700" y="94598"/>
                </a:lnTo>
                <a:lnTo>
                  <a:pt x="768762" y="94598"/>
                </a:lnTo>
                <a:lnTo>
                  <a:pt x="827228" y="94598"/>
                </a:lnTo>
                <a:cubicBezTo>
                  <a:pt x="834692" y="94598"/>
                  <a:pt x="842156" y="99577"/>
                  <a:pt x="842156" y="108290"/>
                </a:cubicBezTo>
                <a:cubicBezTo>
                  <a:pt x="842156" y="115758"/>
                  <a:pt x="834692" y="121982"/>
                  <a:pt x="827228" y="121982"/>
                </a:cubicBezTo>
                <a:lnTo>
                  <a:pt x="768762" y="121982"/>
                </a:lnTo>
                <a:lnTo>
                  <a:pt x="768762" y="604930"/>
                </a:lnTo>
                <a:lnTo>
                  <a:pt x="421700" y="604930"/>
                </a:lnTo>
                <a:lnTo>
                  <a:pt x="421700" y="794127"/>
                </a:lnTo>
                <a:lnTo>
                  <a:pt x="625708" y="973366"/>
                </a:lnTo>
                <a:cubicBezTo>
                  <a:pt x="631928" y="978344"/>
                  <a:pt x="633172" y="987057"/>
                  <a:pt x="626952" y="993281"/>
                </a:cubicBezTo>
                <a:cubicBezTo>
                  <a:pt x="624464" y="995770"/>
                  <a:pt x="620732" y="998260"/>
                  <a:pt x="617000" y="998260"/>
                </a:cubicBezTo>
                <a:cubicBezTo>
                  <a:pt x="613268" y="998260"/>
                  <a:pt x="609538" y="997015"/>
                  <a:pt x="607050" y="994526"/>
                </a:cubicBezTo>
                <a:lnTo>
                  <a:pt x="421700" y="831468"/>
                </a:lnTo>
                <a:lnTo>
                  <a:pt x="421700" y="1009462"/>
                </a:lnTo>
                <a:cubicBezTo>
                  <a:pt x="421700" y="1018175"/>
                  <a:pt x="415480" y="1023154"/>
                  <a:pt x="406774" y="1023154"/>
                </a:cubicBezTo>
                <a:cubicBezTo>
                  <a:pt x="399310" y="1023154"/>
                  <a:pt x="393090" y="1018175"/>
                  <a:pt x="393090" y="1009462"/>
                </a:cubicBezTo>
                <a:lnTo>
                  <a:pt x="393090" y="831468"/>
                </a:lnTo>
                <a:lnTo>
                  <a:pt x="204008" y="994526"/>
                </a:lnTo>
                <a:cubicBezTo>
                  <a:pt x="201522" y="997015"/>
                  <a:pt x="197790" y="998260"/>
                  <a:pt x="195302" y="998260"/>
                </a:cubicBezTo>
                <a:cubicBezTo>
                  <a:pt x="191570" y="998260"/>
                  <a:pt x="186594" y="995770"/>
                  <a:pt x="184106" y="993281"/>
                </a:cubicBezTo>
                <a:cubicBezTo>
                  <a:pt x="179130" y="987057"/>
                  <a:pt x="180374" y="978344"/>
                  <a:pt x="186594" y="973366"/>
                </a:cubicBezTo>
                <a:lnTo>
                  <a:pt x="393090" y="794127"/>
                </a:lnTo>
                <a:lnTo>
                  <a:pt x="393090" y="604930"/>
                </a:lnTo>
                <a:lnTo>
                  <a:pt x="46028" y="604930"/>
                </a:lnTo>
                <a:lnTo>
                  <a:pt x="46028" y="121982"/>
                </a:lnTo>
                <a:lnTo>
                  <a:pt x="13684" y="121982"/>
                </a:lnTo>
                <a:cubicBezTo>
                  <a:pt x="6220" y="121982"/>
                  <a:pt x="0" y="115758"/>
                  <a:pt x="0" y="108290"/>
                </a:cubicBezTo>
                <a:cubicBezTo>
                  <a:pt x="0" y="99577"/>
                  <a:pt x="6220" y="94598"/>
                  <a:pt x="13684" y="94598"/>
                </a:cubicBezTo>
                <a:lnTo>
                  <a:pt x="46028" y="94598"/>
                </a:lnTo>
                <a:lnTo>
                  <a:pt x="393090" y="94598"/>
                </a:lnTo>
                <a:lnTo>
                  <a:pt x="393090" y="53523"/>
                </a:lnTo>
                <a:cubicBezTo>
                  <a:pt x="385626" y="48544"/>
                  <a:pt x="379406" y="39831"/>
                  <a:pt x="379406" y="28628"/>
                </a:cubicBezTo>
                <a:cubicBezTo>
                  <a:pt x="379406" y="13692"/>
                  <a:pt x="391846" y="0"/>
                  <a:pt x="406774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9" name="TextBox 35">
            <a:extLst>
              <a:ext uri="{FF2B5EF4-FFF2-40B4-BE49-F238E27FC236}">
                <a16:creationId xmlns:a16="http://schemas.microsoft.com/office/drawing/2014/main" id="{E10AF3F3-CF9C-D06C-E2D7-64D34553E6B2}"/>
              </a:ext>
            </a:extLst>
          </p:cNvPr>
          <p:cNvSpPr txBox="1"/>
          <p:nvPr/>
        </p:nvSpPr>
        <p:spPr>
          <a:xfrm>
            <a:off x="778257" y="1309568"/>
            <a:ext cx="2458066" cy="2992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spc="-30" dirty="0">
                <a:solidFill>
                  <a:schemeClr val="bg1"/>
                </a:solidFill>
                <a:latin typeface="+mj-ea"/>
                <a:ea typeface="+mj-ea"/>
                <a:cs typeface="Poppins" panose="00000500000000000000" pitchFamily="2" charset="0"/>
              </a:rPr>
              <a:t>TITLE 01</a:t>
            </a:r>
          </a:p>
        </p:txBody>
      </p:sp>
      <p:sp>
        <p:nvSpPr>
          <p:cNvPr id="70" name="TextBox 37">
            <a:extLst>
              <a:ext uri="{FF2B5EF4-FFF2-40B4-BE49-F238E27FC236}">
                <a16:creationId xmlns:a16="http://schemas.microsoft.com/office/drawing/2014/main" id="{DC8C4FEB-1F35-C887-C3E2-00AD429D8481}"/>
              </a:ext>
            </a:extLst>
          </p:cNvPr>
          <p:cNvSpPr txBox="1"/>
          <p:nvPr/>
        </p:nvSpPr>
        <p:spPr>
          <a:xfrm>
            <a:off x="2803530" y="3193924"/>
            <a:ext cx="2458066" cy="2992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b="1" spc="-30" dirty="0">
                <a:solidFill>
                  <a:schemeClr val="bg1"/>
                </a:solidFill>
                <a:latin typeface="+mj-ea"/>
                <a:ea typeface="+mj-ea"/>
                <a:cs typeface="Poppins" panose="00000500000000000000" pitchFamily="2" charset="0"/>
              </a:rPr>
              <a:t>TITLE 02</a:t>
            </a:r>
          </a:p>
        </p:txBody>
      </p:sp>
      <p:sp>
        <p:nvSpPr>
          <p:cNvPr id="71" name="TextBox 39">
            <a:extLst>
              <a:ext uri="{FF2B5EF4-FFF2-40B4-BE49-F238E27FC236}">
                <a16:creationId xmlns:a16="http://schemas.microsoft.com/office/drawing/2014/main" id="{6E091B45-F4D4-7FE5-9434-23DF06077851}"/>
              </a:ext>
            </a:extLst>
          </p:cNvPr>
          <p:cNvSpPr txBox="1"/>
          <p:nvPr/>
        </p:nvSpPr>
        <p:spPr>
          <a:xfrm>
            <a:off x="781646" y="5064727"/>
            <a:ext cx="2458066" cy="2992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spc="-30" dirty="0">
                <a:solidFill>
                  <a:schemeClr val="bg1"/>
                </a:solidFill>
                <a:latin typeface="+mj-ea"/>
                <a:ea typeface="+mj-ea"/>
                <a:cs typeface="Poppins" panose="00000500000000000000" pitchFamily="2" charset="0"/>
              </a:rPr>
              <a:t>TITLE 03</a:t>
            </a:r>
          </a:p>
        </p:txBody>
      </p:sp>
      <p:sp>
        <p:nvSpPr>
          <p:cNvPr id="72" name="标题 1">
            <a:extLst>
              <a:ext uri="{FF2B5EF4-FFF2-40B4-BE49-F238E27FC236}">
                <a16:creationId xmlns:a16="http://schemas.microsoft.com/office/drawing/2014/main" id="{85DBF1A4-56A1-0747-D4FD-4C041C0B60C3}"/>
              </a:ext>
            </a:extLst>
          </p:cNvPr>
          <p:cNvSpPr txBox="1"/>
          <p:nvPr/>
        </p:nvSpPr>
        <p:spPr>
          <a:xfrm>
            <a:off x="759548" y="1901553"/>
            <a:ext cx="3576845" cy="5202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>
                <a:ln w="12700">
                  <a:noFill/>
                </a:ln>
                <a:solidFill>
                  <a:schemeClr val="accent1"/>
                </a:solidFill>
                <a:latin typeface="+mj-lt"/>
                <a:ea typeface="+mj-ea"/>
                <a:cs typeface="Source Han Sans CN Bold Bold"/>
              </a:rPr>
              <a:t>Manufacturer specs</a:t>
            </a:r>
            <a:endParaRPr kumimoji="1" lang="en-US" altLang="zh-CN" dirty="0">
              <a:ln w="12700">
                <a:noFill/>
              </a:ln>
              <a:solidFill>
                <a:schemeClr val="accent1"/>
              </a:solidFill>
              <a:latin typeface="+mj-lt"/>
              <a:ea typeface="+mj-ea"/>
              <a:cs typeface="Source Han Sans CN Bold Bold"/>
            </a:endParaRPr>
          </a:p>
        </p:txBody>
      </p:sp>
      <p:sp>
        <p:nvSpPr>
          <p:cNvPr id="73" name="标题 1">
            <a:extLst>
              <a:ext uri="{FF2B5EF4-FFF2-40B4-BE49-F238E27FC236}">
                <a16:creationId xmlns:a16="http://schemas.microsoft.com/office/drawing/2014/main" id="{5CAB1278-76AD-FF07-BF81-654B556BF24B}"/>
              </a:ext>
            </a:extLst>
          </p:cNvPr>
          <p:cNvSpPr txBox="1"/>
          <p:nvPr/>
        </p:nvSpPr>
        <p:spPr>
          <a:xfrm>
            <a:off x="2662580" y="3796867"/>
            <a:ext cx="2638083" cy="39413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>
                <a:ln w="12700">
                  <a:noFill/>
                </a:ln>
                <a:solidFill>
                  <a:schemeClr val="accent1"/>
                </a:solidFill>
                <a:latin typeface="+mj-lt"/>
                <a:ea typeface="+mj-ea"/>
                <a:cs typeface="Source Han Sans CN Bold Bold"/>
              </a:rPr>
              <a:t>Consumer surveys</a:t>
            </a:r>
            <a:endParaRPr kumimoji="1" lang="en-US" altLang="zh-CN" dirty="0">
              <a:ln w="12700">
                <a:noFill/>
              </a:ln>
              <a:solidFill>
                <a:schemeClr val="accent1"/>
              </a:solidFill>
              <a:latin typeface="+mj-lt"/>
              <a:ea typeface="+mj-ea"/>
              <a:cs typeface="Source Han Sans CN Bold Bold"/>
            </a:endParaRPr>
          </a:p>
        </p:txBody>
      </p:sp>
      <p:sp>
        <p:nvSpPr>
          <p:cNvPr id="74" name="标题 1">
            <a:extLst>
              <a:ext uri="{FF2B5EF4-FFF2-40B4-BE49-F238E27FC236}">
                <a16:creationId xmlns:a16="http://schemas.microsoft.com/office/drawing/2014/main" id="{3C5A3E2C-CF2D-2DF0-513C-058A7E6199AB}"/>
              </a:ext>
            </a:extLst>
          </p:cNvPr>
          <p:cNvSpPr txBox="1"/>
          <p:nvPr/>
        </p:nvSpPr>
        <p:spPr>
          <a:xfrm>
            <a:off x="778257" y="5695950"/>
            <a:ext cx="3276538" cy="5202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chemeClr val="accent1"/>
                </a:solidFill>
                <a:latin typeface="+mj-lt"/>
                <a:ea typeface="+mj-ea"/>
                <a:cs typeface="Source Han Sans CN Bold Bold"/>
              </a:rPr>
              <a:t>Technical databases</a:t>
            </a:r>
            <a:endParaRPr kumimoji="1" lang="en-US" altLang="zh-CN" sz="1600" dirty="0">
              <a:ln w="12700">
                <a:noFill/>
              </a:ln>
              <a:solidFill>
                <a:schemeClr val="accent1"/>
              </a:solidFill>
              <a:latin typeface="+mj-lt"/>
              <a:ea typeface="+mj-ea"/>
              <a:cs typeface="Source Han Sans CN Bold Bold"/>
            </a:endParaRPr>
          </a:p>
        </p:txBody>
      </p:sp>
    </p:spTree>
    <p:extLst>
      <p:ext uri="{BB962C8B-B14F-4D97-AF65-F5344CB8AC3E}">
        <p14:creationId xmlns:p14="http://schemas.microsoft.com/office/powerpoint/2010/main" val="2898139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7A75920C-B921-8799-9D46-6248293CC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300" y="127000"/>
            <a:ext cx="4279900" cy="42799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C174CFC-25A8-5F04-081C-523F48DF2271}"/>
              </a:ext>
            </a:extLst>
          </p:cNvPr>
          <p:cNvSpPr txBox="1"/>
          <p:nvPr/>
        </p:nvSpPr>
        <p:spPr>
          <a:xfrm>
            <a:off x="2065779" y="213722"/>
            <a:ext cx="401117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2000" dirty="0">
                <a:solidFill>
                  <a:schemeClr val="accent1"/>
                </a:solidFill>
                <a:latin typeface="+mj-lt"/>
                <a:ea typeface="OPPOSans B" pitchFamily="18" charset="-122"/>
                <a:cs typeface="OPPOSans B" pitchFamily="18" charset="-122"/>
              </a:rPr>
              <a:t>Car Infographic</a:t>
            </a:r>
            <a:endParaRPr kumimoji="1" lang="zh-CN" altLang="en-US" sz="2000" dirty="0">
              <a:solidFill>
                <a:schemeClr val="accent1"/>
              </a:solidFill>
              <a:latin typeface="+mj-lt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BCDD12-C626-8BDA-7EF4-81C34C33F76C}"/>
              </a:ext>
            </a:extLst>
          </p:cNvPr>
          <p:cNvSpPr txBox="1"/>
          <p:nvPr/>
        </p:nvSpPr>
        <p:spPr>
          <a:xfrm>
            <a:off x="11482500" y="286660"/>
            <a:ext cx="3735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>
                <a:latin typeface="OPPOSans R" pitchFamily="18" charset="-122"/>
                <a:ea typeface="OPPOSans R" pitchFamily="18" charset="-122"/>
                <a:cs typeface="OPPOSans R" pitchFamily="18" charset="-122"/>
              </a:defRPr>
            </a:lvl1pPr>
          </a:lstStyle>
          <a:p>
            <a:pPr algn="r"/>
            <a:r>
              <a:rPr lang="en-US" altLang="zh-CN" sz="1200" dirty="0" err="1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  <a:cs typeface="OPPOSans H" pitchFamily="18" charset="-122"/>
              </a:rPr>
              <a:t>AiPPT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  <a:latin typeface="+mj-ea"/>
              <a:ea typeface="+mj-ea"/>
              <a:cs typeface="OPPOSans H" pitchFamily="18" charset="-122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0B8E050C-584B-3623-BF4C-F06089DCF8F3}"/>
              </a:ext>
            </a:extLst>
          </p:cNvPr>
          <p:cNvCxnSpPr>
            <a:cxnSpLocks/>
          </p:cNvCxnSpPr>
          <p:nvPr/>
        </p:nvCxnSpPr>
        <p:spPr>
          <a:xfrm>
            <a:off x="336000" y="724727"/>
            <a:ext cx="115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9136F130-BEA6-1682-477E-EDCAB7B542DF}"/>
              </a:ext>
            </a:extLst>
          </p:cNvPr>
          <p:cNvSpPr/>
          <p:nvPr/>
        </p:nvSpPr>
        <p:spPr>
          <a:xfrm>
            <a:off x="340663" y="169610"/>
            <a:ext cx="1512000" cy="396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317500" dist="152400" dir="5400000" sx="90000" sy="9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OPPOSans R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E9AA29-1AE5-B9A4-F1CA-1DAAAD790756}"/>
              </a:ext>
            </a:extLst>
          </p:cNvPr>
          <p:cNvSpPr txBox="1"/>
          <p:nvPr/>
        </p:nvSpPr>
        <p:spPr>
          <a:xfrm>
            <a:off x="541666" y="298324"/>
            <a:ext cx="1109995" cy="138572"/>
          </a:xfrm>
          <a:custGeom>
            <a:avLst/>
            <a:gdLst>
              <a:gd name="connsiteX0" fmla="*/ 568487 w 1507141"/>
              <a:gd name="connsiteY0" fmla="*/ 37280 h 188151"/>
              <a:gd name="connsiteX1" fmla="*/ 560658 w 1507141"/>
              <a:gd name="connsiteY1" fmla="*/ 44876 h 188151"/>
              <a:gd name="connsiteX2" fmla="*/ 560658 w 1507141"/>
              <a:gd name="connsiteY2" fmla="*/ 44993 h 188151"/>
              <a:gd name="connsiteX3" fmla="*/ 560658 w 1507141"/>
              <a:gd name="connsiteY3" fmla="*/ 83208 h 188151"/>
              <a:gd name="connsiteX4" fmla="*/ 568370 w 1507141"/>
              <a:gd name="connsiteY4" fmla="*/ 90922 h 188151"/>
              <a:gd name="connsiteX5" fmla="*/ 568487 w 1507141"/>
              <a:gd name="connsiteY5" fmla="*/ 90920 h 188151"/>
              <a:gd name="connsiteX6" fmla="*/ 616284 w 1507141"/>
              <a:gd name="connsiteY6" fmla="*/ 90920 h 188151"/>
              <a:gd name="connsiteX7" fmla="*/ 644098 w 1507141"/>
              <a:gd name="connsiteY7" fmla="*/ 64977 h 188151"/>
              <a:gd name="connsiteX8" fmla="*/ 618289 w 1507141"/>
              <a:gd name="connsiteY8" fmla="*/ 37296 h 188151"/>
              <a:gd name="connsiteX9" fmla="*/ 617219 w 1507141"/>
              <a:gd name="connsiteY9" fmla="*/ 37280 h 188151"/>
              <a:gd name="connsiteX10" fmla="*/ 1415753 w 1507141"/>
              <a:gd name="connsiteY10" fmla="*/ 36113 h 188151"/>
              <a:gd name="connsiteX11" fmla="*/ 1415753 w 1507141"/>
              <a:gd name="connsiteY11" fmla="*/ 36230 h 188151"/>
              <a:gd name="connsiteX12" fmla="*/ 1355218 w 1507141"/>
              <a:gd name="connsiteY12" fmla="*/ 96530 h 188151"/>
              <a:gd name="connsiteX13" fmla="*/ 1415519 w 1507141"/>
              <a:gd name="connsiteY13" fmla="*/ 157065 h 188151"/>
              <a:gd name="connsiteX14" fmla="*/ 1476055 w 1507141"/>
              <a:gd name="connsiteY14" fmla="*/ 96763 h 188151"/>
              <a:gd name="connsiteX15" fmla="*/ 1476055 w 1507141"/>
              <a:gd name="connsiteY15" fmla="*/ 96646 h 188151"/>
              <a:gd name="connsiteX16" fmla="*/ 1415753 w 1507141"/>
              <a:gd name="connsiteY16" fmla="*/ 36113 h 188151"/>
              <a:gd name="connsiteX17" fmla="*/ 1026131 w 1507141"/>
              <a:gd name="connsiteY17" fmla="*/ 33069 h 188151"/>
              <a:gd name="connsiteX18" fmla="*/ 1025426 w 1507141"/>
              <a:gd name="connsiteY18" fmla="*/ 33074 h 188151"/>
              <a:gd name="connsiteX19" fmla="*/ 965594 w 1507141"/>
              <a:gd name="connsiteY19" fmla="*/ 94074 h 188151"/>
              <a:gd name="connsiteX20" fmla="*/ 1026596 w 1507141"/>
              <a:gd name="connsiteY20" fmla="*/ 153905 h 188151"/>
              <a:gd name="connsiteX21" fmla="*/ 1086429 w 1507141"/>
              <a:gd name="connsiteY21" fmla="*/ 93376 h 188151"/>
              <a:gd name="connsiteX22" fmla="*/ 1026131 w 1507141"/>
              <a:gd name="connsiteY22" fmla="*/ 33069 h 188151"/>
              <a:gd name="connsiteX23" fmla="*/ 246174 w 1507141"/>
              <a:gd name="connsiteY23" fmla="*/ 32839 h 188151"/>
              <a:gd name="connsiteX24" fmla="*/ 246174 w 1507141"/>
              <a:gd name="connsiteY24" fmla="*/ 33307 h 188151"/>
              <a:gd name="connsiteX25" fmla="*/ 185404 w 1507141"/>
              <a:gd name="connsiteY25" fmla="*/ 93842 h 188151"/>
              <a:gd name="connsiteX26" fmla="*/ 245940 w 1507141"/>
              <a:gd name="connsiteY26" fmla="*/ 154611 h 188151"/>
              <a:gd name="connsiteX27" fmla="*/ 306709 w 1507141"/>
              <a:gd name="connsiteY27" fmla="*/ 94074 h 188151"/>
              <a:gd name="connsiteX28" fmla="*/ 306709 w 1507141"/>
              <a:gd name="connsiteY28" fmla="*/ 93842 h 188151"/>
              <a:gd name="connsiteX29" fmla="*/ 246409 w 1507141"/>
              <a:gd name="connsiteY29" fmla="*/ 32839 h 188151"/>
              <a:gd name="connsiteX30" fmla="*/ 246174 w 1507141"/>
              <a:gd name="connsiteY30" fmla="*/ 32839 h 188151"/>
              <a:gd name="connsiteX31" fmla="*/ 537167 w 1507141"/>
              <a:gd name="connsiteY31" fmla="*/ 5610 h 188151"/>
              <a:gd name="connsiteX32" fmla="*/ 615933 w 1507141"/>
              <a:gd name="connsiteY32" fmla="*/ 5610 h 188151"/>
              <a:gd name="connsiteX33" fmla="*/ 657538 w 1507141"/>
              <a:gd name="connsiteY33" fmla="*/ 21971 h 188151"/>
              <a:gd name="connsiteX34" fmla="*/ 676002 w 1507141"/>
              <a:gd name="connsiteY34" fmla="*/ 62056 h 188151"/>
              <a:gd name="connsiteX35" fmla="*/ 648305 w 1507141"/>
              <a:gd name="connsiteY35" fmla="*/ 114059 h 188151"/>
              <a:gd name="connsiteX36" fmla="*/ 645501 w 1507141"/>
              <a:gd name="connsiteY36" fmla="*/ 123759 h 188151"/>
              <a:gd name="connsiteX37" fmla="*/ 668172 w 1507141"/>
              <a:gd name="connsiteY37" fmla="*/ 171323 h 188151"/>
              <a:gd name="connsiteX38" fmla="*/ 665552 w 1507141"/>
              <a:gd name="connsiteY38" fmla="*/ 181912 h 188151"/>
              <a:gd name="connsiteX39" fmla="*/ 661159 w 1507141"/>
              <a:gd name="connsiteY39" fmla="*/ 183010 h 188151"/>
              <a:gd name="connsiteX40" fmla="*/ 644448 w 1507141"/>
              <a:gd name="connsiteY40" fmla="*/ 181957 h 188151"/>
              <a:gd name="connsiteX41" fmla="*/ 637553 w 1507141"/>
              <a:gd name="connsiteY41" fmla="*/ 177517 h 188151"/>
              <a:gd name="connsiteX42" fmla="*/ 613362 w 1507141"/>
              <a:gd name="connsiteY42" fmla="*/ 126914 h 188151"/>
              <a:gd name="connsiteX43" fmla="*/ 606469 w 1507141"/>
              <a:gd name="connsiteY43" fmla="*/ 122591 h 188151"/>
              <a:gd name="connsiteX44" fmla="*/ 568487 w 1507141"/>
              <a:gd name="connsiteY44" fmla="*/ 122591 h 188151"/>
              <a:gd name="connsiteX45" fmla="*/ 560658 w 1507141"/>
              <a:gd name="connsiteY45" fmla="*/ 130187 h 188151"/>
              <a:gd name="connsiteX46" fmla="*/ 560658 w 1507141"/>
              <a:gd name="connsiteY46" fmla="*/ 130303 h 188151"/>
              <a:gd name="connsiteX47" fmla="*/ 560658 w 1507141"/>
              <a:gd name="connsiteY47" fmla="*/ 174128 h 188151"/>
              <a:gd name="connsiteX48" fmla="*/ 553062 w 1507141"/>
              <a:gd name="connsiteY48" fmla="*/ 181957 h 188151"/>
              <a:gd name="connsiteX49" fmla="*/ 552944 w 1507141"/>
              <a:gd name="connsiteY49" fmla="*/ 181957 h 188151"/>
              <a:gd name="connsiteX50" fmla="*/ 537167 w 1507141"/>
              <a:gd name="connsiteY50" fmla="*/ 181957 h 188151"/>
              <a:gd name="connsiteX51" fmla="*/ 529455 w 1507141"/>
              <a:gd name="connsiteY51" fmla="*/ 174128 h 188151"/>
              <a:gd name="connsiteX52" fmla="*/ 529455 w 1507141"/>
              <a:gd name="connsiteY52" fmla="*/ 13324 h 188151"/>
              <a:gd name="connsiteX53" fmla="*/ 537167 w 1507141"/>
              <a:gd name="connsiteY53" fmla="*/ 5610 h 188151"/>
              <a:gd name="connsiteX54" fmla="*/ 359883 w 1507141"/>
              <a:gd name="connsiteY54" fmla="*/ 5610 h 188151"/>
              <a:gd name="connsiteX55" fmla="*/ 376011 w 1507141"/>
              <a:gd name="connsiteY55" fmla="*/ 5610 h 188151"/>
              <a:gd name="connsiteX56" fmla="*/ 383725 w 1507141"/>
              <a:gd name="connsiteY56" fmla="*/ 13324 h 188151"/>
              <a:gd name="connsiteX57" fmla="*/ 383725 w 1507141"/>
              <a:gd name="connsiteY57" fmla="*/ 100504 h 188151"/>
              <a:gd name="connsiteX58" fmla="*/ 430583 w 1507141"/>
              <a:gd name="connsiteY58" fmla="*/ 152162 h 188151"/>
              <a:gd name="connsiteX59" fmla="*/ 482240 w 1507141"/>
              <a:gd name="connsiteY59" fmla="*/ 105303 h 188151"/>
              <a:gd name="connsiteX60" fmla="*/ 482240 w 1507141"/>
              <a:gd name="connsiteY60" fmla="*/ 100504 h 188151"/>
              <a:gd name="connsiteX61" fmla="*/ 482240 w 1507141"/>
              <a:gd name="connsiteY61" fmla="*/ 13324 h 188151"/>
              <a:gd name="connsiteX62" fmla="*/ 489954 w 1507141"/>
              <a:gd name="connsiteY62" fmla="*/ 5610 h 188151"/>
              <a:gd name="connsiteX63" fmla="*/ 506080 w 1507141"/>
              <a:gd name="connsiteY63" fmla="*/ 5610 h 188151"/>
              <a:gd name="connsiteX64" fmla="*/ 513795 w 1507141"/>
              <a:gd name="connsiteY64" fmla="*/ 13324 h 188151"/>
              <a:gd name="connsiteX65" fmla="*/ 513795 w 1507141"/>
              <a:gd name="connsiteY65" fmla="*/ 101088 h 188151"/>
              <a:gd name="connsiteX66" fmla="*/ 433157 w 1507141"/>
              <a:gd name="connsiteY66" fmla="*/ 181957 h 188151"/>
              <a:gd name="connsiteX67" fmla="*/ 433040 w 1507141"/>
              <a:gd name="connsiteY67" fmla="*/ 181957 h 188151"/>
              <a:gd name="connsiteX68" fmla="*/ 352171 w 1507141"/>
              <a:gd name="connsiteY68" fmla="*/ 101088 h 188151"/>
              <a:gd name="connsiteX69" fmla="*/ 352171 w 1507141"/>
              <a:gd name="connsiteY69" fmla="*/ 13324 h 188151"/>
              <a:gd name="connsiteX70" fmla="*/ 359883 w 1507141"/>
              <a:gd name="connsiteY70" fmla="*/ 5610 h 188151"/>
              <a:gd name="connsiteX71" fmla="*/ 141114 w 1507141"/>
              <a:gd name="connsiteY71" fmla="*/ 5610 h 188151"/>
              <a:gd name="connsiteX72" fmla="*/ 156306 w 1507141"/>
              <a:gd name="connsiteY72" fmla="*/ 5610 h 188151"/>
              <a:gd name="connsiteX73" fmla="*/ 163598 w 1507141"/>
              <a:gd name="connsiteY73" fmla="*/ 13722 h 188151"/>
              <a:gd name="connsiteX74" fmla="*/ 162500 w 1507141"/>
              <a:gd name="connsiteY74" fmla="*/ 17296 h 188151"/>
              <a:gd name="connsiteX75" fmla="*/ 99626 w 1507141"/>
              <a:gd name="connsiteY75" fmla="*/ 104244 h 188151"/>
              <a:gd name="connsiteX76" fmla="*/ 97523 w 1507141"/>
              <a:gd name="connsiteY76" fmla="*/ 110903 h 188151"/>
              <a:gd name="connsiteX77" fmla="*/ 97523 w 1507141"/>
              <a:gd name="connsiteY77" fmla="*/ 174245 h 188151"/>
              <a:gd name="connsiteX78" fmla="*/ 89810 w 1507141"/>
              <a:gd name="connsiteY78" fmla="*/ 181957 h 188151"/>
              <a:gd name="connsiteX79" fmla="*/ 73566 w 1507141"/>
              <a:gd name="connsiteY79" fmla="*/ 181957 h 188151"/>
              <a:gd name="connsiteX80" fmla="*/ 65853 w 1507141"/>
              <a:gd name="connsiteY80" fmla="*/ 174245 h 188151"/>
              <a:gd name="connsiteX81" fmla="*/ 65853 w 1507141"/>
              <a:gd name="connsiteY81" fmla="*/ 110903 h 188151"/>
              <a:gd name="connsiteX82" fmla="*/ 63749 w 1507141"/>
              <a:gd name="connsiteY82" fmla="*/ 104244 h 188151"/>
              <a:gd name="connsiteX83" fmla="*/ 1110 w 1507141"/>
              <a:gd name="connsiteY83" fmla="*/ 17880 h 188151"/>
              <a:gd name="connsiteX84" fmla="*/ 3730 w 1507141"/>
              <a:gd name="connsiteY84" fmla="*/ 7292 h 188151"/>
              <a:gd name="connsiteX85" fmla="*/ 7304 w 1507141"/>
              <a:gd name="connsiteY85" fmla="*/ 6194 h 188151"/>
              <a:gd name="connsiteX86" fmla="*/ 22964 w 1507141"/>
              <a:gd name="connsiteY86" fmla="*/ 6194 h 188151"/>
              <a:gd name="connsiteX87" fmla="*/ 28807 w 1507141"/>
              <a:gd name="connsiteY87" fmla="*/ 8882 h 188151"/>
              <a:gd name="connsiteX88" fmla="*/ 75552 w 1507141"/>
              <a:gd name="connsiteY88" fmla="*/ 74910 h 188151"/>
              <a:gd name="connsiteX89" fmla="*/ 81863 w 1507141"/>
              <a:gd name="connsiteY89" fmla="*/ 78065 h 188151"/>
              <a:gd name="connsiteX90" fmla="*/ 88057 w 1507141"/>
              <a:gd name="connsiteY90" fmla="*/ 74910 h 188151"/>
              <a:gd name="connsiteX91" fmla="*/ 134803 w 1507141"/>
              <a:gd name="connsiteY91" fmla="*/ 8882 h 188151"/>
              <a:gd name="connsiteX92" fmla="*/ 141114 w 1507141"/>
              <a:gd name="connsiteY92" fmla="*/ 5610 h 188151"/>
              <a:gd name="connsiteX93" fmla="*/ 1415286 w 1507141"/>
              <a:gd name="connsiteY93" fmla="*/ 4910 h 188151"/>
              <a:gd name="connsiteX94" fmla="*/ 1507141 w 1507141"/>
              <a:gd name="connsiteY94" fmla="*/ 96297 h 188151"/>
              <a:gd name="connsiteX95" fmla="*/ 1507141 w 1507141"/>
              <a:gd name="connsiteY95" fmla="*/ 96530 h 188151"/>
              <a:gd name="connsiteX96" fmla="*/ 1415753 w 1507141"/>
              <a:gd name="connsiteY96" fmla="*/ 188151 h 188151"/>
              <a:gd name="connsiteX97" fmla="*/ 1323898 w 1507141"/>
              <a:gd name="connsiteY97" fmla="*/ 96765 h 188151"/>
              <a:gd name="connsiteX98" fmla="*/ 1415286 w 1507141"/>
              <a:gd name="connsiteY98" fmla="*/ 4910 h 188151"/>
              <a:gd name="connsiteX99" fmla="*/ 792047 w 1507141"/>
              <a:gd name="connsiteY99" fmla="*/ 4091 h 188151"/>
              <a:gd name="connsiteX100" fmla="*/ 808875 w 1507141"/>
              <a:gd name="connsiteY100" fmla="*/ 4091 h 188151"/>
              <a:gd name="connsiteX101" fmla="*/ 816589 w 1507141"/>
              <a:gd name="connsiteY101" fmla="*/ 11805 h 188151"/>
              <a:gd name="connsiteX102" fmla="*/ 816589 w 1507141"/>
              <a:gd name="connsiteY102" fmla="*/ 144443 h 188151"/>
              <a:gd name="connsiteX103" fmla="*/ 824301 w 1507141"/>
              <a:gd name="connsiteY103" fmla="*/ 152157 h 188151"/>
              <a:gd name="connsiteX104" fmla="*/ 919780 w 1507141"/>
              <a:gd name="connsiteY104" fmla="*/ 152157 h 188151"/>
              <a:gd name="connsiteX105" fmla="*/ 927494 w 1507141"/>
              <a:gd name="connsiteY105" fmla="*/ 159870 h 188151"/>
              <a:gd name="connsiteX106" fmla="*/ 927494 w 1507141"/>
              <a:gd name="connsiteY106" fmla="*/ 175413 h 188151"/>
              <a:gd name="connsiteX107" fmla="*/ 920015 w 1507141"/>
              <a:gd name="connsiteY107" fmla="*/ 183125 h 188151"/>
              <a:gd name="connsiteX108" fmla="*/ 919780 w 1507141"/>
              <a:gd name="connsiteY108" fmla="*/ 183125 h 188151"/>
              <a:gd name="connsiteX109" fmla="*/ 792047 w 1507141"/>
              <a:gd name="connsiteY109" fmla="*/ 183125 h 188151"/>
              <a:gd name="connsiteX110" fmla="*/ 784335 w 1507141"/>
              <a:gd name="connsiteY110" fmla="*/ 175648 h 188151"/>
              <a:gd name="connsiteX111" fmla="*/ 784335 w 1507141"/>
              <a:gd name="connsiteY111" fmla="*/ 175413 h 188151"/>
              <a:gd name="connsiteX112" fmla="*/ 784335 w 1507141"/>
              <a:gd name="connsiteY112" fmla="*/ 11805 h 188151"/>
              <a:gd name="connsiteX113" fmla="*/ 792047 w 1507141"/>
              <a:gd name="connsiteY113" fmla="*/ 4091 h 188151"/>
              <a:gd name="connsiteX114" fmla="*/ 1025426 w 1507141"/>
              <a:gd name="connsiteY114" fmla="*/ 1754 h 188151"/>
              <a:gd name="connsiteX115" fmla="*/ 1117048 w 1507141"/>
              <a:gd name="connsiteY115" fmla="*/ 93376 h 188151"/>
              <a:gd name="connsiteX116" fmla="*/ 1025426 w 1507141"/>
              <a:gd name="connsiteY116" fmla="*/ 184996 h 188151"/>
              <a:gd name="connsiteX117" fmla="*/ 933805 w 1507141"/>
              <a:gd name="connsiteY117" fmla="*/ 93376 h 188151"/>
              <a:gd name="connsiteX118" fmla="*/ 1025426 w 1507141"/>
              <a:gd name="connsiteY118" fmla="*/ 1754 h 188151"/>
              <a:gd name="connsiteX119" fmla="*/ 247109 w 1507141"/>
              <a:gd name="connsiteY119" fmla="*/ 1522 h 188151"/>
              <a:gd name="connsiteX120" fmla="*/ 338497 w 1507141"/>
              <a:gd name="connsiteY120" fmla="*/ 93374 h 188151"/>
              <a:gd name="connsiteX121" fmla="*/ 246643 w 1507141"/>
              <a:gd name="connsiteY121" fmla="*/ 185230 h 188151"/>
              <a:gd name="connsiteX122" fmla="*/ 246174 w 1507141"/>
              <a:gd name="connsiteY122" fmla="*/ 185228 h 188151"/>
              <a:gd name="connsiteX123" fmla="*/ 154788 w 1507141"/>
              <a:gd name="connsiteY123" fmla="*/ 92908 h 188151"/>
              <a:gd name="connsiteX124" fmla="*/ 247109 w 1507141"/>
              <a:gd name="connsiteY124" fmla="*/ 1522 h 188151"/>
              <a:gd name="connsiteX125" fmla="*/ 1224681 w 1507141"/>
              <a:gd name="connsiteY125" fmla="*/ 1 h 188151"/>
              <a:gd name="connsiteX126" fmla="*/ 1253557 w 1507141"/>
              <a:gd name="connsiteY126" fmla="*/ 4696 h 188151"/>
              <a:gd name="connsiteX127" fmla="*/ 1279492 w 1507141"/>
              <a:gd name="connsiteY127" fmla="*/ 18231 h 188151"/>
              <a:gd name="connsiteX128" fmla="*/ 1292462 w 1507141"/>
              <a:gd name="connsiteY128" fmla="*/ 29917 h 188151"/>
              <a:gd name="connsiteX129" fmla="*/ 1292700 w 1507141"/>
              <a:gd name="connsiteY129" fmla="*/ 30251 h 188151"/>
              <a:gd name="connsiteX130" fmla="*/ 1290593 w 1507141"/>
              <a:gd name="connsiteY130" fmla="*/ 40787 h 188151"/>
              <a:gd name="connsiteX131" fmla="*/ 1277504 w 1507141"/>
              <a:gd name="connsiteY131" fmla="*/ 49902 h 188151"/>
              <a:gd name="connsiteX132" fmla="*/ 1267687 w 1507141"/>
              <a:gd name="connsiteY132" fmla="*/ 49083 h 188151"/>
              <a:gd name="connsiteX133" fmla="*/ 1264182 w 1507141"/>
              <a:gd name="connsiteY133" fmla="*/ 45811 h 188151"/>
              <a:gd name="connsiteX134" fmla="*/ 1263481 w 1507141"/>
              <a:gd name="connsiteY134" fmla="*/ 45110 h 188151"/>
              <a:gd name="connsiteX135" fmla="*/ 1224914 w 1507141"/>
              <a:gd name="connsiteY135" fmla="*/ 31204 h 188151"/>
              <a:gd name="connsiteX136" fmla="*/ 1222344 w 1507141"/>
              <a:gd name="connsiteY136" fmla="*/ 31204 h 188151"/>
              <a:gd name="connsiteX137" fmla="*/ 1218138 w 1507141"/>
              <a:gd name="connsiteY137" fmla="*/ 31204 h 188151"/>
              <a:gd name="connsiteX138" fmla="*/ 1207385 w 1507141"/>
              <a:gd name="connsiteY138" fmla="*/ 33424 h 188151"/>
              <a:gd name="connsiteX139" fmla="*/ 1165686 w 1507141"/>
              <a:gd name="connsiteY139" fmla="*/ 78148 h 188151"/>
              <a:gd name="connsiteX140" fmla="*/ 1211476 w 1507141"/>
              <a:gd name="connsiteY140" fmla="*/ 150288 h 188151"/>
              <a:gd name="connsiteX141" fmla="*/ 1216384 w 1507141"/>
              <a:gd name="connsiteY141" fmla="*/ 151222 h 188151"/>
              <a:gd name="connsiteX142" fmla="*/ 1217904 w 1507141"/>
              <a:gd name="connsiteY142" fmla="*/ 151222 h 188151"/>
              <a:gd name="connsiteX143" fmla="*/ 1229590 w 1507141"/>
              <a:gd name="connsiteY143" fmla="*/ 151222 h 188151"/>
              <a:gd name="connsiteX144" fmla="*/ 1238588 w 1507141"/>
              <a:gd name="connsiteY144" fmla="*/ 149937 h 188151"/>
              <a:gd name="connsiteX145" fmla="*/ 1240224 w 1507141"/>
              <a:gd name="connsiteY145" fmla="*/ 149937 h 188151"/>
              <a:gd name="connsiteX146" fmla="*/ 1241861 w 1507141"/>
              <a:gd name="connsiteY146" fmla="*/ 149937 h 188151"/>
              <a:gd name="connsiteX147" fmla="*/ 1248756 w 1507141"/>
              <a:gd name="connsiteY147" fmla="*/ 147482 h 188151"/>
              <a:gd name="connsiteX148" fmla="*/ 1250158 w 1507141"/>
              <a:gd name="connsiteY148" fmla="*/ 147482 h 188151"/>
              <a:gd name="connsiteX149" fmla="*/ 1251444 w 1507141"/>
              <a:gd name="connsiteY149" fmla="*/ 146899 h 188151"/>
              <a:gd name="connsiteX150" fmla="*/ 1252845 w 1507141"/>
              <a:gd name="connsiteY150" fmla="*/ 146197 h 188151"/>
              <a:gd name="connsiteX151" fmla="*/ 1256001 w 1507141"/>
              <a:gd name="connsiteY151" fmla="*/ 144560 h 188151"/>
              <a:gd name="connsiteX152" fmla="*/ 1256936 w 1507141"/>
              <a:gd name="connsiteY152" fmla="*/ 144560 h 188151"/>
              <a:gd name="connsiteX153" fmla="*/ 1277621 w 1507141"/>
              <a:gd name="connsiteY153" fmla="*/ 118500 h 188151"/>
              <a:gd name="connsiteX154" fmla="*/ 1276453 w 1507141"/>
              <a:gd name="connsiteY154" fmla="*/ 112307 h 188151"/>
              <a:gd name="connsiteX155" fmla="*/ 1271427 w 1507141"/>
              <a:gd name="connsiteY155" fmla="*/ 110203 h 188151"/>
              <a:gd name="connsiteX156" fmla="*/ 1237653 w 1507141"/>
              <a:gd name="connsiteY156" fmla="*/ 110203 h 188151"/>
              <a:gd name="connsiteX157" fmla="*/ 1229941 w 1507141"/>
              <a:gd name="connsiteY157" fmla="*/ 102490 h 188151"/>
              <a:gd name="connsiteX158" fmla="*/ 1229941 w 1507141"/>
              <a:gd name="connsiteY158" fmla="*/ 86714 h 188151"/>
              <a:gd name="connsiteX159" fmla="*/ 1237653 w 1507141"/>
              <a:gd name="connsiteY159" fmla="*/ 79000 h 188151"/>
              <a:gd name="connsiteX160" fmla="*/ 1307772 w 1507141"/>
              <a:gd name="connsiteY160" fmla="*/ 79000 h 188151"/>
              <a:gd name="connsiteX161" fmla="*/ 1308473 w 1507141"/>
              <a:gd name="connsiteY161" fmla="*/ 79000 h 188151"/>
              <a:gd name="connsiteX162" fmla="*/ 1312606 w 1507141"/>
              <a:gd name="connsiteY162" fmla="*/ 80432 h 188151"/>
              <a:gd name="connsiteX163" fmla="*/ 1314316 w 1507141"/>
              <a:gd name="connsiteY163" fmla="*/ 91037 h 188151"/>
              <a:gd name="connsiteX164" fmla="*/ 1314316 w 1507141"/>
              <a:gd name="connsiteY164" fmla="*/ 98868 h 188151"/>
              <a:gd name="connsiteX165" fmla="*/ 1283581 w 1507141"/>
              <a:gd name="connsiteY165" fmla="*/ 167233 h 188151"/>
              <a:gd name="connsiteX166" fmla="*/ 1280659 w 1507141"/>
              <a:gd name="connsiteY166" fmla="*/ 169686 h 188151"/>
              <a:gd name="connsiteX167" fmla="*/ 1279141 w 1507141"/>
              <a:gd name="connsiteY167" fmla="*/ 170973 h 188151"/>
              <a:gd name="connsiteX168" fmla="*/ 1276219 w 1507141"/>
              <a:gd name="connsiteY168" fmla="*/ 173076 h 188151"/>
              <a:gd name="connsiteX169" fmla="*/ 1274699 w 1507141"/>
              <a:gd name="connsiteY169" fmla="*/ 174128 h 188151"/>
              <a:gd name="connsiteX170" fmla="*/ 1271778 w 1507141"/>
              <a:gd name="connsiteY170" fmla="*/ 175997 h 188151"/>
              <a:gd name="connsiteX171" fmla="*/ 1271193 w 1507141"/>
              <a:gd name="connsiteY171" fmla="*/ 175997 h 188151"/>
              <a:gd name="connsiteX172" fmla="*/ 1269675 w 1507141"/>
              <a:gd name="connsiteY172" fmla="*/ 176933 h 188151"/>
              <a:gd name="connsiteX173" fmla="*/ 1266636 w 1507141"/>
              <a:gd name="connsiteY173" fmla="*/ 178685 h 188151"/>
              <a:gd name="connsiteX174" fmla="*/ 1265935 w 1507141"/>
              <a:gd name="connsiteY174" fmla="*/ 178685 h 188151"/>
              <a:gd name="connsiteX175" fmla="*/ 1261027 w 1507141"/>
              <a:gd name="connsiteY175" fmla="*/ 181022 h 188151"/>
              <a:gd name="connsiteX176" fmla="*/ 1260208 w 1507141"/>
              <a:gd name="connsiteY176" fmla="*/ 181022 h 188151"/>
              <a:gd name="connsiteX177" fmla="*/ 1257053 w 1507141"/>
              <a:gd name="connsiteY177" fmla="*/ 182191 h 188151"/>
              <a:gd name="connsiteX178" fmla="*/ 1255533 w 1507141"/>
              <a:gd name="connsiteY178" fmla="*/ 182191 h 188151"/>
              <a:gd name="connsiteX179" fmla="*/ 1254599 w 1507141"/>
              <a:gd name="connsiteY179" fmla="*/ 182191 h 188151"/>
              <a:gd name="connsiteX180" fmla="*/ 1252029 w 1507141"/>
              <a:gd name="connsiteY180" fmla="*/ 183127 h 188151"/>
              <a:gd name="connsiteX181" fmla="*/ 1250976 w 1507141"/>
              <a:gd name="connsiteY181" fmla="*/ 183127 h 188151"/>
              <a:gd name="connsiteX182" fmla="*/ 1249456 w 1507141"/>
              <a:gd name="connsiteY182" fmla="*/ 183127 h 188151"/>
              <a:gd name="connsiteX183" fmla="*/ 1248405 w 1507141"/>
              <a:gd name="connsiteY183" fmla="*/ 183127 h 188151"/>
              <a:gd name="connsiteX184" fmla="*/ 1245952 w 1507141"/>
              <a:gd name="connsiteY184" fmla="*/ 183127 h 188151"/>
              <a:gd name="connsiteX185" fmla="*/ 1244782 w 1507141"/>
              <a:gd name="connsiteY185" fmla="*/ 183127 h 188151"/>
              <a:gd name="connsiteX186" fmla="*/ 1243379 w 1507141"/>
              <a:gd name="connsiteY186" fmla="*/ 183127 h 188151"/>
              <a:gd name="connsiteX187" fmla="*/ 1242095 w 1507141"/>
              <a:gd name="connsiteY187" fmla="*/ 183127 h 188151"/>
              <a:gd name="connsiteX188" fmla="*/ 1239758 w 1507141"/>
              <a:gd name="connsiteY188" fmla="*/ 183127 h 188151"/>
              <a:gd name="connsiteX189" fmla="*/ 1238471 w 1507141"/>
              <a:gd name="connsiteY189" fmla="*/ 183127 h 188151"/>
              <a:gd name="connsiteX190" fmla="*/ 1237068 w 1507141"/>
              <a:gd name="connsiteY190" fmla="*/ 183127 h 188151"/>
              <a:gd name="connsiteX191" fmla="*/ 1235550 w 1507141"/>
              <a:gd name="connsiteY191" fmla="*/ 183127 h 188151"/>
              <a:gd name="connsiteX192" fmla="*/ 1233447 w 1507141"/>
              <a:gd name="connsiteY192" fmla="*/ 183127 h 188151"/>
              <a:gd name="connsiteX193" fmla="*/ 1224682 w 1507141"/>
              <a:gd name="connsiteY193" fmla="*/ 183127 h 188151"/>
              <a:gd name="connsiteX194" fmla="*/ 1218138 w 1507141"/>
              <a:gd name="connsiteY194" fmla="*/ 183127 h 188151"/>
              <a:gd name="connsiteX195" fmla="*/ 1129846 w 1507141"/>
              <a:gd name="connsiteY195" fmla="*/ 88292 h 188151"/>
              <a:gd name="connsiteX196" fmla="*/ 1188784 w 1507141"/>
              <a:gd name="connsiteY196" fmla="*/ 5923 h 188151"/>
              <a:gd name="connsiteX197" fmla="*/ 1224681 w 1507141"/>
              <a:gd name="connsiteY197" fmla="*/ 0 h 188151"/>
              <a:gd name="connsiteX198" fmla="*/ 1224682 w 1507141"/>
              <a:gd name="connsiteY198" fmla="*/ 0 h 188151"/>
              <a:gd name="connsiteX199" fmla="*/ 1224681 w 1507141"/>
              <a:gd name="connsiteY199" fmla="*/ 1 h 18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1507141" h="188151">
                <a:moveTo>
                  <a:pt x="568487" y="37280"/>
                </a:moveTo>
                <a:cubicBezTo>
                  <a:pt x="564228" y="37216"/>
                  <a:pt x="560722" y="40616"/>
                  <a:pt x="560658" y="44876"/>
                </a:cubicBezTo>
                <a:cubicBezTo>
                  <a:pt x="560658" y="44915"/>
                  <a:pt x="560658" y="44954"/>
                  <a:pt x="560658" y="44993"/>
                </a:cubicBezTo>
                <a:lnTo>
                  <a:pt x="560658" y="83208"/>
                </a:lnTo>
                <a:cubicBezTo>
                  <a:pt x="560656" y="87467"/>
                  <a:pt x="564110" y="90920"/>
                  <a:pt x="568370" y="90922"/>
                </a:cubicBezTo>
                <a:cubicBezTo>
                  <a:pt x="568409" y="90922"/>
                  <a:pt x="568448" y="90920"/>
                  <a:pt x="568487" y="90920"/>
                </a:cubicBezTo>
                <a:lnTo>
                  <a:pt x="616284" y="90920"/>
                </a:lnTo>
                <a:cubicBezTo>
                  <a:pt x="630990" y="91071"/>
                  <a:pt x="643227" y="79656"/>
                  <a:pt x="644098" y="64977"/>
                </a:cubicBezTo>
                <a:cubicBezTo>
                  <a:pt x="644615" y="50205"/>
                  <a:pt x="633059" y="37813"/>
                  <a:pt x="618289" y="37296"/>
                </a:cubicBezTo>
                <a:cubicBezTo>
                  <a:pt x="617931" y="37284"/>
                  <a:pt x="617575" y="37279"/>
                  <a:pt x="617219" y="37280"/>
                </a:cubicBezTo>
                <a:close/>
                <a:moveTo>
                  <a:pt x="1415753" y="36113"/>
                </a:moveTo>
                <a:lnTo>
                  <a:pt x="1415753" y="36230"/>
                </a:lnTo>
                <a:cubicBezTo>
                  <a:pt x="1382385" y="36164"/>
                  <a:pt x="1355282" y="63162"/>
                  <a:pt x="1355218" y="96530"/>
                </a:cubicBezTo>
                <a:cubicBezTo>
                  <a:pt x="1355153" y="129898"/>
                  <a:pt x="1382151" y="157001"/>
                  <a:pt x="1415519" y="157065"/>
                </a:cubicBezTo>
                <a:cubicBezTo>
                  <a:pt x="1448888" y="157129"/>
                  <a:pt x="1475991" y="130132"/>
                  <a:pt x="1476055" y="96763"/>
                </a:cubicBezTo>
                <a:cubicBezTo>
                  <a:pt x="1476055" y="96725"/>
                  <a:pt x="1476055" y="96686"/>
                  <a:pt x="1476055" y="96646"/>
                </a:cubicBezTo>
                <a:cubicBezTo>
                  <a:pt x="1476055" y="63306"/>
                  <a:pt x="1449095" y="36242"/>
                  <a:pt x="1415753" y="36113"/>
                </a:cubicBezTo>
                <a:close/>
                <a:moveTo>
                  <a:pt x="1026131" y="33069"/>
                </a:moveTo>
                <a:cubicBezTo>
                  <a:pt x="1025896" y="33069"/>
                  <a:pt x="1025662" y="33071"/>
                  <a:pt x="1025426" y="33074"/>
                </a:cubicBezTo>
                <a:cubicBezTo>
                  <a:pt x="992059" y="33396"/>
                  <a:pt x="965272" y="60707"/>
                  <a:pt x="965594" y="94074"/>
                </a:cubicBezTo>
                <a:cubicBezTo>
                  <a:pt x="965918" y="127440"/>
                  <a:pt x="993229" y="154228"/>
                  <a:pt x="1026596" y="153905"/>
                </a:cubicBezTo>
                <a:cubicBezTo>
                  <a:pt x="1059778" y="153584"/>
                  <a:pt x="1086492" y="126560"/>
                  <a:pt x="1086429" y="93376"/>
                </a:cubicBezTo>
                <a:cubicBezTo>
                  <a:pt x="1086431" y="60071"/>
                  <a:pt x="1059436" y="33073"/>
                  <a:pt x="1026131" y="33069"/>
                </a:cubicBezTo>
                <a:close/>
                <a:moveTo>
                  <a:pt x="246174" y="32839"/>
                </a:moveTo>
                <a:lnTo>
                  <a:pt x="246174" y="33307"/>
                </a:lnTo>
                <a:cubicBezTo>
                  <a:pt x="212676" y="33242"/>
                  <a:pt x="185469" y="60344"/>
                  <a:pt x="185404" y="93842"/>
                </a:cubicBezTo>
                <a:cubicBezTo>
                  <a:pt x="185340" y="127340"/>
                  <a:pt x="212442" y="154545"/>
                  <a:pt x="245940" y="154611"/>
                </a:cubicBezTo>
                <a:cubicBezTo>
                  <a:pt x="279438" y="154675"/>
                  <a:pt x="306645" y="127572"/>
                  <a:pt x="306709" y="94074"/>
                </a:cubicBezTo>
                <a:cubicBezTo>
                  <a:pt x="306709" y="93998"/>
                  <a:pt x="306709" y="93920"/>
                  <a:pt x="306709" y="93842"/>
                </a:cubicBezTo>
                <a:cubicBezTo>
                  <a:pt x="306904" y="60344"/>
                  <a:pt x="279905" y="33034"/>
                  <a:pt x="246409" y="32839"/>
                </a:cubicBezTo>
                <a:cubicBezTo>
                  <a:pt x="246331" y="32839"/>
                  <a:pt x="246252" y="32839"/>
                  <a:pt x="246174" y="32839"/>
                </a:cubicBezTo>
                <a:close/>
                <a:moveTo>
                  <a:pt x="537167" y="5610"/>
                </a:moveTo>
                <a:lnTo>
                  <a:pt x="615933" y="5610"/>
                </a:lnTo>
                <a:cubicBezTo>
                  <a:pt x="631375" y="5591"/>
                  <a:pt x="646246" y="11439"/>
                  <a:pt x="657538" y="21971"/>
                </a:cubicBezTo>
                <a:cubicBezTo>
                  <a:pt x="668790" y="32336"/>
                  <a:pt x="675437" y="46767"/>
                  <a:pt x="676002" y="62056"/>
                </a:cubicBezTo>
                <a:cubicBezTo>
                  <a:pt x="676825" y="83117"/>
                  <a:pt x="666241" y="102990"/>
                  <a:pt x="648305" y="114059"/>
                </a:cubicBezTo>
                <a:cubicBezTo>
                  <a:pt x="644999" y="116079"/>
                  <a:pt x="643782" y="120288"/>
                  <a:pt x="645501" y="123759"/>
                </a:cubicBezTo>
                <a:lnTo>
                  <a:pt x="668172" y="171323"/>
                </a:lnTo>
                <a:cubicBezTo>
                  <a:pt x="670373" y="174970"/>
                  <a:pt x="669199" y="179710"/>
                  <a:pt x="665552" y="181912"/>
                </a:cubicBezTo>
                <a:cubicBezTo>
                  <a:pt x="664230" y="182708"/>
                  <a:pt x="662702" y="183091"/>
                  <a:pt x="661159" y="183010"/>
                </a:cubicBezTo>
                <a:lnTo>
                  <a:pt x="644448" y="181957"/>
                </a:lnTo>
                <a:cubicBezTo>
                  <a:pt x="641488" y="181923"/>
                  <a:pt x="638809" y="180197"/>
                  <a:pt x="637553" y="177517"/>
                </a:cubicBezTo>
                <a:lnTo>
                  <a:pt x="613362" y="126914"/>
                </a:lnTo>
                <a:cubicBezTo>
                  <a:pt x="612097" y="124260"/>
                  <a:pt x="609410" y="122576"/>
                  <a:pt x="606469" y="122591"/>
                </a:cubicBezTo>
                <a:lnTo>
                  <a:pt x="568487" y="122591"/>
                </a:lnTo>
                <a:cubicBezTo>
                  <a:pt x="564228" y="122525"/>
                  <a:pt x="560722" y="125926"/>
                  <a:pt x="560658" y="130187"/>
                </a:cubicBezTo>
                <a:cubicBezTo>
                  <a:pt x="560658" y="130225"/>
                  <a:pt x="560658" y="130265"/>
                  <a:pt x="560658" y="130303"/>
                </a:cubicBezTo>
                <a:lnTo>
                  <a:pt x="560658" y="174128"/>
                </a:lnTo>
                <a:cubicBezTo>
                  <a:pt x="560722" y="178387"/>
                  <a:pt x="557321" y="181891"/>
                  <a:pt x="553062" y="181957"/>
                </a:cubicBezTo>
                <a:cubicBezTo>
                  <a:pt x="553023" y="181957"/>
                  <a:pt x="552983" y="181957"/>
                  <a:pt x="552944" y="181957"/>
                </a:cubicBezTo>
                <a:lnTo>
                  <a:pt x="537167" y="181957"/>
                </a:lnTo>
                <a:cubicBezTo>
                  <a:pt x="532889" y="181893"/>
                  <a:pt x="529455" y="178407"/>
                  <a:pt x="529455" y="174128"/>
                </a:cubicBezTo>
                <a:lnTo>
                  <a:pt x="529455" y="13324"/>
                </a:lnTo>
                <a:cubicBezTo>
                  <a:pt x="529517" y="9089"/>
                  <a:pt x="532933" y="5672"/>
                  <a:pt x="537167" y="5610"/>
                </a:cubicBezTo>
                <a:close/>
                <a:moveTo>
                  <a:pt x="359883" y="5610"/>
                </a:moveTo>
                <a:lnTo>
                  <a:pt x="376011" y="5610"/>
                </a:lnTo>
                <a:cubicBezTo>
                  <a:pt x="380271" y="5610"/>
                  <a:pt x="383725" y="9063"/>
                  <a:pt x="383725" y="13324"/>
                </a:cubicBezTo>
                <a:lnTo>
                  <a:pt x="383725" y="100504"/>
                </a:lnTo>
                <a:cubicBezTo>
                  <a:pt x="382398" y="127707"/>
                  <a:pt x="403378" y="150835"/>
                  <a:pt x="430583" y="152162"/>
                </a:cubicBezTo>
                <a:cubicBezTo>
                  <a:pt x="457787" y="153488"/>
                  <a:pt x="480915" y="132508"/>
                  <a:pt x="482240" y="105303"/>
                </a:cubicBezTo>
                <a:cubicBezTo>
                  <a:pt x="482318" y="103705"/>
                  <a:pt x="482318" y="102103"/>
                  <a:pt x="482240" y="100504"/>
                </a:cubicBezTo>
                <a:lnTo>
                  <a:pt x="482240" y="13324"/>
                </a:lnTo>
                <a:cubicBezTo>
                  <a:pt x="482303" y="9089"/>
                  <a:pt x="485721" y="5672"/>
                  <a:pt x="489954" y="5610"/>
                </a:cubicBezTo>
                <a:lnTo>
                  <a:pt x="506080" y="5610"/>
                </a:lnTo>
                <a:cubicBezTo>
                  <a:pt x="510341" y="5610"/>
                  <a:pt x="513795" y="9063"/>
                  <a:pt x="513795" y="13324"/>
                </a:cubicBezTo>
                <a:lnTo>
                  <a:pt x="513795" y="101088"/>
                </a:lnTo>
                <a:cubicBezTo>
                  <a:pt x="513859" y="145686"/>
                  <a:pt x="477756" y="181893"/>
                  <a:pt x="433157" y="181957"/>
                </a:cubicBezTo>
                <a:cubicBezTo>
                  <a:pt x="433118" y="181957"/>
                  <a:pt x="433079" y="181957"/>
                  <a:pt x="433040" y="181957"/>
                </a:cubicBezTo>
                <a:cubicBezTo>
                  <a:pt x="388378" y="181957"/>
                  <a:pt x="352171" y="145752"/>
                  <a:pt x="352171" y="101088"/>
                </a:cubicBezTo>
                <a:lnTo>
                  <a:pt x="352171" y="13324"/>
                </a:lnTo>
                <a:cubicBezTo>
                  <a:pt x="352171" y="9063"/>
                  <a:pt x="355625" y="5610"/>
                  <a:pt x="359883" y="5610"/>
                </a:cubicBezTo>
                <a:close/>
                <a:moveTo>
                  <a:pt x="141114" y="5610"/>
                </a:moveTo>
                <a:lnTo>
                  <a:pt x="156306" y="5610"/>
                </a:lnTo>
                <a:cubicBezTo>
                  <a:pt x="160559" y="5837"/>
                  <a:pt x="163823" y="9468"/>
                  <a:pt x="163598" y="13722"/>
                </a:cubicBezTo>
                <a:cubicBezTo>
                  <a:pt x="163530" y="14986"/>
                  <a:pt x="163152" y="16213"/>
                  <a:pt x="162500" y="17296"/>
                </a:cubicBezTo>
                <a:lnTo>
                  <a:pt x="99626" y="104244"/>
                </a:lnTo>
                <a:cubicBezTo>
                  <a:pt x="98219" y="106175"/>
                  <a:pt x="97480" y="108514"/>
                  <a:pt x="97523" y="110903"/>
                </a:cubicBezTo>
                <a:lnTo>
                  <a:pt x="97523" y="174245"/>
                </a:lnTo>
                <a:cubicBezTo>
                  <a:pt x="97460" y="178478"/>
                  <a:pt x="94044" y="181895"/>
                  <a:pt x="89810" y="181957"/>
                </a:cubicBezTo>
                <a:lnTo>
                  <a:pt x="73566" y="181957"/>
                </a:lnTo>
                <a:cubicBezTo>
                  <a:pt x="69333" y="181895"/>
                  <a:pt x="65916" y="178478"/>
                  <a:pt x="65853" y="174245"/>
                </a:cubicBezTo>
                <a:lnTo>
                  <a:pt x="65853" y="110903"/>
                </a:lnTo>
                <a:cubicBezTo>
                  <a:pt x="65896" y="108514"/>
                  <a:pt x="65157" y="106175"/>
                  <a:pt x="63749" y="104244"/>
                </a:cubicBezTo>
                <a:lnTo>
                  <a:pt x="1110" y="17880"/>
                </a:lnTo>
                <a:cubicBezTo>
                  <a:pt x="-1091" y="14234"/>
                  <a:pt x="83" y="9492"/>
                  <a:pt x="3730" y="7292"/>
                </a:cubicBezTo>
                <a:cubicBezTo>
                  <a:pt x="4813" y="6638"/>
                  <a:pt x="6040" y="6262"/>
                  <a:pt x="7304" y="6194"/>
                </a:cubicBezTo>
                <a:lnTo>
                  <a:pt x="22964" y="6194"/>
                </a:lnTo>
                <a:cubicBezTo>
                  <a:pt x="25210" y="6196"/>
                  <a:pt x="27343" y="7177"/>
                  <a:pt x="28807" y="8882"/>
                </a:cubicBezTo>
                <a:lnTo>
                  <a:pt x="75552" y="74910"/>
                </a:lnTo>
                <a:cubicBezTo>
                  <a:pt x="77036" y="76904"/>
                  <a:pt x="79378" y="78075"/>
                  <a:pt x="81863" y="78065"/>
                </a:cubicBezTo>
                <a:cubicBezTo>
                  <a:pt x="84316" y="78075"/>
                  <a:pt x="86623" y="76901"/>
                  <a:pt x="88057" y="74910"/>
                </a:cubicBezTo>
                <a:lnTo>
                  <a:pt x="134803" y="8882"/>
                </a:lnTo>
                <a:cubicBezTo>
                  <a:pt x="136248" y="6830"/>
                  <a:pt x="138602" y="5608"/>
                  <a:pt x="141114" y="5610"/>
                </a:cubicBezTo>
                <a:close/>
                <a:moveTo>
                  <a:pt x="1415286" y="4910"/>
                </a:moveTo>
                <a:cubicBezTo>
                  <a:pt x="1465887" y="4781"/>
                  <a:pt x="1507012" y="45696"/>
                  <a:pt x="1507141" y="96297"/>
                </a:cubicBezTo>
                <a:cubicBezTo>
                  <a:pt x="1507141" y="96375"/>
                  <a:pt x="1507141" y="96453"/>
                  <a:pt x="1507141" y="96530"/>
                </a:cubicBezTo>
                <a:cubicBezTo>
                  <a:pt x="1507077" y="147014"/>
                  <a:pt x="1466236" y="187958"/>
                  <a:pt x="1415753" y="188151"/>
                </a:cubicBezTo>
                <a:cubicBezTo>
                  <a:pt x="1365152" y="188280"/>
                  <a:pt x="1324027" y="147365"/>
                  <a:pt x="1323898" y="96765"/>
                </a:cubicBezTo>
                <a:cubicBezTo>
                  <a:pt x="1323769" y="46164"/>
                  <a:pt x="1364684" y="5039"/>
                  <a:pt x="1415286" y="4910"/>
                </a:cubicBezTo>
                <a:close/>
                <a:moveTo>
                  <a:pt x="792047" y="4091"/>
                </a:moveTo>
                <a:lnTo>
                  <a:pt x="808875" y="4091"/>
                </a:lnTo>
                <a:cubicBezTo>
                  <a:pt x="813135" y="4091"/>
                  <a:pt x="816589" y="7545"/>
                  <a:pt x="816589" y="11805"/>
                </a:cubicBezTo>
                <a:lnTo>
                  <a:pt x="816589" y="144443"/>
                </a:lnTo>
                <a:cubicBezTo>
                  <a:pt x="816589" y="148704"/>
                  <a:pt x="820043" y="152157"/>
                  <a:pt x="824301" y="152157"/>
                </a:cubicBezTo>
                <a:lnTo>
                  <a:pt x="919780" y="152157"/>
                </a:lnTo>
                <a:cubicBezTo>
                  <a:pt x="924040" y="152157"/>
                  <a:pt x="927494" y="155611"/>
                  <a:pt x="927494" y="159870"/>
                </a:cubicBezTo>
                <a:lnTo>
                  <a:pt x="927494" y="175413"/>
                </a:lnTo>
                <a:cubicBezTo>
                  <a:pt x="927558" y="179607"/>
                  <a:pt x="924210" y="183060"/>
                  <a:pt x="920015" y="183125"/>
                </a:cubicBezTo>
                <a:cubicBezTo>
                  <a:pt x="919937" y="183127"/>
                  <a:pt x="919858" y="183127"/>
                  <a:pt x="919780" y="183125"/>
                </a:cubicBezTo>
                <a:lnTo>
                  <a:pt x="792047" y="183125"/>
                </a:lnTo>
                <a:cubicBezTo>
                  <a:pt x="787853" y="183191"/>
                  <a:pt x="784400" y="179842"/>
                  <a:pt x="784335" y="175648"/>
                </a:cubicBezTo>
                <a:cubicBezTo>
                  <a:pt x="784333" y="175570"/>
                  <a:pt x="784333" y="175491"/>
                  <a:pt x="784335" y="175413"/>
                </a:cubicBezTo>
                <a:lnTo>
                  <a:pt x="784335" y="11805"/>
                </a:lnTo>
                <a:cubicBezTo>
                  <a:pt x="784335" y="7545"/>
                  <a:pt x="787787" y="4091"/>
                  <a:pt x="792047" y="4091"/>
                </a:cubicBezTo>
                <a:close/>
                <a:moveTo>
                  <a:pt x="1025426" y="1754"/>
                </a:moveTo>
                <a:cubicBezTo>
                  <a:pt x="1076028" y="1754"/>
                  <a:pt x="1117048" y="42774"/>
                  <a:pt x="1117048" y="93376"/>
                </a:cubicBezTo>
                <a:cubicBezTo>
                  <a:pt x="1117048" y="143976"/>
                  <a:pt x="1076028" y="184996"/>
                  <a:pt x="1025426" y="184996"/>
                </a:cubicBezTo>
                <a:cubicBezTo>
                  <a:pt x="974825" y="184996"/>
                  <a:pt x="933805" y="143976"/>
                  <a:pt x="933805" y="93376"/>
                </a:cubicBezTo>
                <a:cubicBezTo>
                  <a:pt x="933805" y="42774"/>
                  <a:pt x="974825" y="1754"/>
                  <a:pt x="1025426" y="1754"/>
                </a:cubicBezTo>
                <a:close/>
                <a:moveTo>
                  <a:pt x="247109" y="1522"/>
                </a:moveTo>
                <a:cubicBezTo>
                  <a:pt x="297657" y="1780"/>
                  <a:pt x="338497" y="42827"/>
                  <a:pt x="338497" y="93374"/>
                </a:cubicBezTo>
                <a:cubicBezTo>
                  <a:pt x="338497" y="144105"/>
                  <a:pt x="297373" y="185230"/>
                  <a:pt x="246643" y="185230"/>
                </a:cubicBezTo>
                <a:cubicBezTo>
                  <a:pt x="246487" y="185230"/>
                  <a:pt x="246330" y="185230"/>
                  <a:pt x="246174" y="185228"/>
                </a:cubicBezTo>
                <a:cubicBezTo>
                  <a:pt x="195445" y="184970"/>
                  <a:pt x="154528" y="143637"/>
                  <a:pt x="154788" y="92908"/>
                </a:cubicBezTo>
                <a:cubicBezTo>
                  <a:pt x="155045" y="42178"/>
                  <a:pt x="196379" y="1263"/>
                  <a:pt x="247109" y="1522"/>
                </a:cubicBezTo>
                <a:close/>
                <a:moveTo>
                  <a:pt x="1224681" y="1"/>
                </a:moveTo>
                <a:lnTo>
                  <a:pt x="1253557" y="4696"/>
                </a:lnTo>
                <a:cubicBezTo>
                  <a:pt x="1262811" y="7774"/>
                  <a:pt x="1271575" y="12325"/>
                  <a:pt x="1279492" y="18231"/>
                </a:cubicBezTo>
                <a:cubicBezTo>
                  <a:pt x="1284164" y="21722"/>
                  <a:pt x="1288505" y="25633"/>
                  <a:pt x="1292462" y="29917"/>
                </a:cubicBezTo>
                <a:cubicBezTo>
                  <a:pt x="1292546" y="30027"/>
                  <a:pt x="1292623" y="30139"/>
                  <a:pt x="1292700" y="30251"/>
                </a:cubicBezTo>
                <a:cubicBezTo>
                  <a:pt x="1295026" y="33742"/>
                  <a:pt x="1294084" y="38458"/>
                  <a:pt x="1290593" y="40787"/>
                </a:cubicBezTo>
                <a:lnTo>
                  <a:pt x="1277504" y="49902"/>
                </a:lnTo>
                <a:cubicBezTo>
                  <a:pt x="1274489" y="52127"/>
                  <a:pt x="1270293" y="51776"/>
                  <a:pt x="1267687" y="49083"/>
                </a:cubicBezTo>
                <a:lnTo>
                  <a:pt x="1264182" y="45811"/>
                </a:lnTo>
                <a:lnTo>
                  <a:pt x="1263481" y="45110"/>
                </a:lnTo>
                <a:cubicBezTo>
                  <a:pt x="1252659" y="36087"/>
                  <a:pt x="1239005" y="31163"/>
                  <a:pt x="1224914" y="31204"/>
                </a:cubicBezTo>
                <a:lnTo>
                  <a:pt x="1222344" y="31204"/>
                </a:lnTo>
                <a:lnTo>
                  <a:pt x="1218138" y="31204"/>
                </a:lnTo>
                <a:cubicBezTo>
                  <a:pt x="1214489" y="31593"/>
                  <a:pt x="1210890" y="32337"/>
                  <a:pt x="1207385" y="33424"/>
                </a:cubicBezTo>
                <a:cubicBezTo>
                  <a:pt x="1186411" y="39678"/>
                  <a:pt x="1170459" y="56787"/>
                  <a:pt x="1165686" y="78148"/>
                </a:cubicBezTo>
                <a:cubicBezTo>
                  <a:pt x="1158409" y="110714"/>
                  <a:pt x="1178911" y="143011"/>
                  <a:pt x="1211476" y="150288"/>
                </a:cubicBezTo>
                <a:lnTo>
                  <a:pt x="1216384" y="151222"/>
                </a:lnTo>
                <a:lnTo>
                  <a:pt x="1217904" y="151222"/>
                </a:lnTo>
                <a:lnTo>
                  <a:pt x="1229590" y="151222"/>
                </a:lnTo>
                <a:cubicBezTo>
                  <a:pt x="1232617" y="151015"/>
                  <a:pt x="1235625" y="150585"/>
                  <a:pt x="1238588" y="149937"/>
                </a:cubicBezTo>
                <a:lnTo>
                  <a:pt x="1240224" y="149937"/>
                </a:lnTo>
                <a:lnTo>
                  <a:pt x="1241861" y="149937"/>
                </a:lnTo>
                <a:lnTo>
                  <a:pt x="1248756" y="147482"/>
                </a:lnTo>
                <a:lnTo>
                  <a:pt x="1250158" y="147482"/>
                </a:lnTo>
                <a:lnTo>
                  <a:pt x="1251444" y="146899"/>
                </a:lnTo>
                <a:lnTo>
                  <a:pt x="1252845" y="146197"/>
                </a:lnTo>
                <a:lnTo>
                  <a:pt x="1256001" y="144560"/>
                </a:lnTo>
                <a:lnTo>
                  <a:pt x="1256936" y="144560"/>
                </a:lnTo>
                <a:cubicBezTo>
                  <a:pt x="1265859" y="137697"/>
                  <a:pt x="1272961" y="128748"/>
                  <a:pt x="1277621" y="118500"/>
                </a:cubicBezTo>
                <a:cubicBezTo>
                  <a:pt x="1278365" y="116375"/>
                  <a:pt x="1277919" y="114015"/>
                  <a:pt x="1276453" y="112307"/>
                </a:cubicBezTo>
                <a:cubicBezTo>
                  <a:pt x="1275145" y="110934"/>
                  <a:pt x="1273323" y="110171"/>
                  <a:pt x="1271427" y="110203"/>
                </a:cubicBezTo>
                <a:lnTo>
                  <a:pt x="1237653" y="110203"/>
                </a:lnTo>
                <a:cubicBezTo>
                  <a:pt x="1233393" y="110203"/>
                  <a:pt x="1229941" y="106750"/>
                  <a:pt x="1229941" y="102490"/>
                </a:cubicBezTo>
                <a:lnTo>
                  <a:pt x="1229941" y="86714"/>
                </a:lnTo>
                <a:cubicBezTo>
                  <a:pt x="1229941" y="82454"/>
                  <a:pt x="1233393" y="79000"/>
                  <a:pt x="1237653" y="79000"/>
                </a:cubicBezTo>
                <a:lnTo>
                  <a:pt x="1307772" y="79000"/>
                </a:lnTo>
                <a:lnTo>
                  <a:pt x="1308473" y="79000"/>
                </a:lnTo>
                <a:cubicBezTo>
                  <a:pt x="1309961" y="79061"/>
                  <a:pt x="1311398" y="79560"/>
                  <a:pt x="1312606" y="80432"/>
                </a:cubicBezTo>
                <a:cubicBezTo>
                  <a:pt x="1316008" y="82888"/>
                  <a:pt x="1316774" y="87636"/>
                  <a:pt x="1314316" y="91037"/>
                </a:cubicBezTo>
                <a:lnTo>
                  <a:pt x="1314316" y="98868"/>
                </a:lnTo>
                <a:cubicBezTo>
                  <a:pt x="1314518" y="125045"/>
                  <a:pt x="1303295" y="150009"/>
                  <a:pt x="1283581" y="167233"/>
                </a:cubicBezTo>
                <a:lnTo>
                  <a:pt x="1280659" y="169686"/>
                </a:lnTo>
                <a:lnTo>
                  <a:pt x="1279141" y="170973"/>
                </a:lnTo>
                <a:cubicBezTo>
                  <a:pt x="1278222" y="171747"/>
                  <a:pt x="1277245" y="172450"/>
                  <a:pt x="1276219" y="173076"/>
                </a:cubicBezTo>
                <a:lnTo>
                  <a:pt x="1274699" y="174128"/>
                </a:lnTo>
                <a:lnTo>
                  <a:pt x="1271778" y="175997"/>
                </a:lnTo>
                <a:lnTo>
                  <a:pt x="1271193" y="175997"/>
                </a:lnTo>
                <a:lnTo>
                  <a:pt x="1269675" y="176933"/>
                </a:lnTo>
                <a:lnTo>
                  <a:pt x="1266636" y="178685"/>
                </a:lnTo>
                <a:lnTo>
                  <a:pt x="1265935" y="178685"/>
                </a:lnTo>
                <a:lnTo>
                  <a:pt x="1261027" y="181022"/>
                </a:lnTo>
                <a:lnTo>
                  <a:pt x="1260208" y="181022"/>
                </a:lnTo>
                <a:lnTo>
                  <a:pt x="1257053" y="182191"/>
                </a:lnTo>
                <a:lnTo>
                  <a:pt x="1255533" y="182191"/>
                </a:lnTo>
                <a:lnTo>
                  <a:pt x="1254599" y="182191"/>
                </a:lnTo>
                <a:lnTo>
                  <a:pt x="1252029" y="183127"/>
                </a:lnTo>
                <a:lnTo>
                  <a:pt x="1250976" y="183127"/>
                </a:lnTo>
                <a:lnTo>
                  <a:pt x="1249456" y="183127"/>
                </a:lnTo>
                <a:lnTo>
                  <a:pt x="1248405" y="183127"/>
                </a:lnTo>
                <a:lnTo>
                  <a:pt x="1245952" y="183127"/>
                </a:lnTo>
                <a:lnTo>
                  <a:pt x="1244782" y="183127"/>
                </a:lnTo>
                <a:lnTo>
                  <a:pt x="1243379" y="183127"/>
                </a:lnTo>
                <a:lnTo>
                  <a:pt x="1242095" y="183127"/>
                </a:lnTo>
                <a:lnTo>
                  <a:pt x="1239758" y="183127"/>
                </a:lnTo>
                <a:lnTo>
                  <a:pt x="1238471" y="183127"/>
                </a:lnTo>
                <a:lnTo>
                  <a:pt x="1237068" y="183127"/>
                </a:lnTo>
                <a:lnTo>
                  <a:pt x="1235550" y="183127"/>
                </a:lnTo>
                <a:lnTo>
                  <a:pt x="1233447" y="183127"/>
                </a:lnTo>
                <a:lnTo>
                  <a:pt x="1224682" y="183127"/>
                </a:lnTo>
                <a:cubicBezTo>
                  <a:pt x="1222501" y="183205"/>
                  <a:pt x="1220319" y="183205"/>
                  <a:pt x="1218138" y="183127"/>
                </a:cubicBezTo>
                <a:cubicBezTo>
                  <a:pt x="1167568" y="181318"/>
                  <a:pt x="1128040" y="138860"/>
                  <a:pt x="1129846" y="88292"/>
                </a:cubicBezTo>
                <a:cubicBezTo>
                  <a:pt x="1131201" y="50365"/>
                  <a:pt x="1155424" y="18648"/>
                  <a:pt x="1188784" y="5923"/>
                </a:cubicBezTo>
                <a:close/>
                <a:moveTo>
                  <a:pt x="1224681" y="0"/>
                </a:moveTo>
                <a:lnTo>
                  <a:pt x="1224682" y="0"/>
                </a:lnTo>
                <a:lnTo>
                  <a:pt x="1224681" y="1"/>
                </a:lnTo>
                <a:close/>
              </a:path>
            </a:pathLst>
          </a:custGeom>
          <a:solidFill>
            <a:schemeClr val="bg1"/>
          </a:solidFill>
          <a:ln w="48068" cap="flat">
            <a:noFill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endParaRPr kumimoji="1" lang="zh-CN" altLang="en-US" dirty="0">
              <a:solidFill>
                <a:schemeClr val="bg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DA1FBB5-7896-36BE-E1A7-127415D2E0EA}"/>
              </a:ext>
            </a:extLst>
          </p:cNvPr>
          <p:cNvGrpSpPr/>
          <p:nvPr/>
        </p:nvGrpSpPr>
        <p:grpSpPr>
          <a:xfrm>
            <a:off x="368300" y="3585030"/>
            <a:ext cx="11366499" cy="2795814"/>
            <a:chOff x="1173978" y="4984149"/>
            <a:chExt cx="5428812" cy="1236983"/>
          </a:xfrm>
        </p:grpSpPr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D3C48DA8-D89D-1B67-C611-D066D4FAB236}"/>
                </a:ext>
              </a:extLst>
            </p:cNvPr>
            <p:cNvSpPr/>
            <p:nvPr/>
          </p:nvSpPr>
          <p:spPr>
            <a:xfrm>
              <a:off x="1173978" y="4984149"/>
              <a:ext cx="5428812" cy="1236983"/>
            </a:xfrm>
            <a:custGeom>
              <a:avLst/>
              <a:gdLst>
                <a:gd name="connsiteX0" fmla="*/ -136 w 5428812"/>
                <a:gd name="connsiteY0" fmla="*/ -652 h 1236983"/>
                <a:gd name="connsiteX1" fmla="*/ -136 w 5428812"/>
                <a:gd name="connsiteY1" fmla="*/ 1236332 h 1236983"/>
                <a:gd name="connsiteX2" fmla="*/ 545224 w 5428812"/>
                <a:gd name="connsiteY2" fmla="*/ -652 h 1236983"/>
                <a:gd name="connsiteX3" fmla="*/ 545224 w 5428812"/>
                <a:gd name="connsiteY3" fmla="*/ 1236332 h 1236983"/>
                <a:gd name="connsiteX4" fmla="*/ 1084387 w 5428812"/>
                <a:gd name="connsiteY4" fmla="*/ -652 h 1236983"/>
                <a:gd name="connsiteX5" fmla="*/ 1084387 w 5428812"/>
                <a:gd name="connsiteY5" fmla="*/ 1236332 h 1236983"/>
                <a:gd name="connsiteX6" fmla="*/ 1629747 w 5428812"/>
                <a:gd name="connsiteY6" fmla="*/ -652 h 1236983"/>
                <a:gd name="connsiteX7" fmla="*/ 1629747 w 5428812"/>
                <a:gd name="connsiteY7" fmla="*/ 1236332 h 1236983"/>
                <a:gd name="connsiteX8" fmla="*/ 2168910 w 5428812"/>
                <a:gd name="connsiteY8" fmla="*/ -652 h 1236983"/>
                <a:gd name="connsiteX9" fmla="*/ 2168910 w 5428812"/>
                <a:gd name="connsiteY9" fmla="*/ 1236332 h 1236983"/>
                <a:gd name="connsiteX10" fmla="*/ 2714270 w 5428812"/>
                <a:gd name="connsiteY10" fmla="*/ -652 h 1236983"/>
                <a:gd name="connsiteX11" fmla="*/ 2714270 w 5428812"/>
                <a:gd name="connsiteY11" fmla="*/ 1236332 h 1236983"/>
                <a:gd name="connsiteX12" fmla="*/ 3253433 w 5428812"/>
                <a:gd name="connsiteY12" fmla="*/ -652 h 1236983"/>
                <a:gd name="connsiteX13" fmla="*/ 3253433 w 5428812"/>
                <a:gd name="connsiteY13" fmla="*/ 1236332 h 1236983"/>
                <a:gd name="connsiteX14" fmla="*/ 3798793 w 5428812"/>
                <a:gd name="connsiteY14" fmla="*/ -652 h 1236983"/>
                <a:gd name="connsiteX15" fmla="*/ 3798793 w 5428812"/>
                <a:gd name="connsiteY15" fmla="*/ 1236332 h 1236983"/>
                <a:gd name="connsiteX16" fmla="*/ 4344154 w 5428812"/>
                <a:gd name="connsiteY16" fmla="*/ -652 h 1236983"/>
                <a:gd name="connsiteX17" fmla="*/ 4344154 w 5428812"/>
                <a:gd name="connsiteY17" fmla="*/ 1236332 h 1236983"/>
                <a:gd name="connsiteX18" fmla="*/ 4883316 w 5428812"/>
                <a:gd name="connsiteY18" fmla="*/ -652 h 1236983"/>
                <a:gd name="connsiteX19" fmla="*/ 4883316 w 5428812"/>
                <a:gd name="connsiteY19" fmla="*/ 1236332 h 1236983"/>
                <a:gd name="connsiteX20" fmla="*/ 5428677 w 5428812"/>
                <a:gd name="connsiteY20" fmla="*/ -652 h 1236983"/>
                <a:gd name="connsiteX21" fmla="*/ 5428677 w 5428812"/>
                <a:gd name="connsiteY21" fmla="*/ 1236332 h 123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428812" h="1236983">
                  <a:moveTo>
                    <a:pt x="-136" y="-652"/>
                  </a:moveTo>
                  <a:lnTo>
                    <a:pt x="-136" y="1236332"/>
                  </a:lnTo>
                  <a:moveTo>
                    <a:pt x="545224" y="-652"/>
                  </a:moveTo>
                  <a:lnTo>
                    <a:pt x="545224" y="1236332"/>
                  </a:lnTo>
                  <a:moveTo>
                    <a:pt x="1084387" y="-652"/>
                  </a:moveTo>
                  <a:lnTo>
                    <a:pt x="1084387" y="1236332"/>
                  </a:lnTo>
                  <a:moveTo>
                    <a:pt x="1629747" y="-652"/>
                  </a:moveTo>
                  <a:lnTo>
                    <a:pt x="1629747" y="1236332"/>
                  </a:lnTo>
                  <a:moveTo>
                    <a:pt x="2168910" y="-652"/>
                  </a:moveTo>
                  <a:lnTo>
                    <a:pt x="2168910" y="1236332"/>
                  </a:lnTo>
                  <a:moveTo>
                    <a:pt x="2714270" y="-652"/>
                  </a:moveTo>
                  <a:lnTo>
                    <a:pt x="2714270" y="1236332"/>
                  </a:lnTo>
                  <a:moveTo>
                    <a:pt x="3253433" y="-652"/>
                  </a:moveTo>
                  <a:lnTo>
                    <a:pt x="3253433" y="1236332"/>
                  </a:lnTo>
                  <a:moveTo>
                    <a:pt x="3798793" y="-652"/>
                  </a:moveTo>
                  <a:lnTo>
                    <a:pt x="3798793" y="1236332"/>
                  </a:lnTo>
                  <a:moveTo>
                    <a:pt x="4344154" y="-652"/>
                  </a:moveTo>
                  <a:lnTo>
                    <a:pt x="4344154" y="1236332"/>
                  </a:lnTo>
                  <a:moveTo>
                    <a:pt x="4883316" y="-652"/>
                  </a:moveTo>
                  <a:lnTo>
                    <a:pt x="4883316" y="1236332"/>
                  </a:lnTo>
                  <a:moveTo>
                    <a:pt x="5428677" y="-652"/>
                  </a:moveTo>
                  <a:lnTo>
                    <a:pt x="5428677" y="1236332"/>
                  </a:lnTo>
                </a:path>
              </a:pathLst>
            </a:custGeom>
            <a:noFill/>
            <a:ln w="9282" cap="flat">
              <a:solidFill>
                <a:srgbClr val="D9D9D9"/>
              </a:solidFill>
              <a:prstDash val="solid"/>
              <a:round/>
            </a:ln>
          </p:spPr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1" name="Freeform 22">
              <a:extLst>
                <a:ext uri="{FF2B5EF4-FFF2-40B4-BE49-F238E27FC236}">
                  <a16:creationId xmlns:a16="http://schemas.microsoft.com/office/drawing/2014/main" id="{1806A603-BC07-0A61-1F78-77E0854F184A}"/>
                </a:ext>
              </a:extLst>
            </p:cNvPr>
            <p:cNvSpPr/>
            <p:nvPr/>
          </p:nvSpPr>
          <p:spPr>
            <a:xfrm>
              <a:off x="1173978" y="6004518"/>
              <a:ext cx="2683419" cy="125408"/>
            </a:xfrm>
            <a:custGeom>
              <a:avLst/>
              <a:gdLst>
                <a:gd name="connsiteX0" fmla="*/ 2683284 w 2683419"/>
                <a:gd name="connsiteY0" fmla="*/ 124756 h 125408"/>
                <a:gd name="connsiteX1" fmla="*/ -136 w 2683419"/>
                <a:gd name="connsiteY1" fmla="*/ 124756 h 125408"/>
                <a:gd name="connsiteX2" fmla="*/ -136 w 2683419"/>
                <a:gd name="connsiteY2" fmla="*/ -652 h 125408"/>
                <a:gd name="connsiteX3" fmla="*/ 2683284 w 2683419"/>
                <a:gd name="connsiteY3" fmla="*/ -652 h 125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3419" h="125408">
                  <a:moveTo>
                    <a:pt x="2683284" y="124756"/>
                  </a:moveTo>
                  <a:lnTo>
                    <a:pt x="-136" y="124756"/>
                  </a:lnTo>
                  <a:lnTo>
                    <a:pt x="-136" y="-652"/>
                  </a:lnTo>
                  <a:lnTo>
                    <a:pt x="2683284" y="-652"/>
                  </a:lnTo>
                  <a:close/>
                </a:path>
              </a:pathLst>
            </a:custGeom>
            <a:solidFill>
              <a:schemeClr val="accent2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2" name="Freeform 47">
              <a:extLst>
                <a:ext uri="{FF2B5EF4-FFF2-40B4-BE49-F238E27FC236}">
                  <a16:creationId xmlns:a16="http://schemas.microsoft.com/office/drawing/2014/main" id="{9F4BDA28-7886-304C-4FB4-188EBBFD2AF8}"/>
                </a:ext>
              </a:extLst>
            </p:cNvPr>
            <p:cNvSpPr/>
            <p:nvPr/>
          </p:nvSpPr>
          <p:spPr>
            <a:xfrm>
              <a:off x="1173978" y="5696697"/>
              <a:ext cx="1524529" cy="119708"/>
            </a:xfrm>
            <a:custGeom>
              <a:avLst/>
              <a:gdLst>
                <a:gd name="connsiteX0" fmla="*/ 1524394 w 1524529"/>
                <a:gd name="connsiteY0" fmla="*/ 119056 h 119708"/>
                <a:gd name="connsiteX1" fmla="*/ -136 w 1524529"/>
                <a:gd name="connsiteY1" fmla="*/ 119056 h 119708"/>
                <a:gd name="connsiteX2" fmla="*/ -136 w 1524529"/>
                <a:gd name="connsiteY2" fmla="*/ -652 h 119708"/>
                <a:gd name="connsiteX3" fmla="*/ 1524394 w 1524529"/>
                <a:gd name="connsiteY3" fmla="*/ -652 h 11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529" h="119708">
                  <a:moveTo>
                    <a:pt x="1524394" y="119056"/>
                  </a:moveTo>
                  <a:lnTo>
                    <a:pt x="-136" y="119056"/>
                  </a:lnTo>
                  <a:lnTo>
                    <a:pt x="-136" y="-652"/>
                  </a:lnTo>
                  <a:lnTo>
                    <a:pt x="1524394" y="-652"/>
                  </a:lnTo>
                  <a:close/>
                </a:path>
              </a:pathLst>
            </a:custGeom>
            <a:solidFill>
              <a:schemeClr val="accent2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3" name="Freeform 48">
              <a:extLst>
                <a:ext uri="{FF2B5EF4-FFF2-40B4-BE49-F238E27FC236}">
                  <a16:creationId xmlns:a16="http://schemas.microsoft.com/office/drawing/2014/main" id="{3674A36D-4541-79B8-5370-26A526CBA7F6}"/>
                </a:ext>
              </a:extLst>
            </p:cNvPr>
            <p:cNvSpPr/>
            <p:nvPr/>
          </p:nvSpPr>
          <p:spPr>
            <a:xfrm>
              <a:off x="1173978" y="5383176"/>
              <a:ext cx="2286794" cy="125408"/>
            </a:xfrm>
            <a:custGeom>
              <a:avLst/>
              <a:gdLst>
                <a:gd name="connsiteX0" fmla="*/ 2286658 w 2286794"/>
                <a:gd name="connsiteY0" fmla="*/ 124756 h 125408"/>
                <a:gd name="connsiteX1" fmla="*/ -136 w 2286794"/>
                <a:gd name="connsiteY1" fmla="*/ 124756 h 125408"/>
                <a:gd name="connsiteX2" fmla="*/ -136 w 2286794"/>
                <a:gd name="connsiteY2" fmla="*/ -652 h 125408"/>
                <a:gd name="connsiteX3" fmla="*/ 2286658 w 2286794"/>
                <a:gd name="connsiteY3" fmla="*/ -652 h 125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794" h="125408">
                  <a:moveTo>
                    <a:pt x="2286658" y="124756"/>
                  </a:moveTo>
                  <a:lnTo>
                    <a:pt x="-136" y="124756"/>
                  </a:lnTo>
                  <a:lnTo>
                    <a:pt x="-136" y="-652"/>
                  </a:lnTo>
                  <a:lnTo>
                    <a:pt x="2286658" y="-652"/>
                  </a:lnTo>
                  <a:close/>
                </a:path>
              </a:pathLst>
            </a:custGeom>
            <a:solidFill>
              <a:schemeClr val="accent2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4" name="Freeform 49">
              <a:extLst>
                <a:ext uri="{FF2B5EF4-FFF2-40B4-BE49-F238E27FC236}">
                  <a16:creationId xmlns:a16="http://schemas.microsoft.com/office/drawing/2014/main" id="{56A28D9C-7EAC-60A7-EF8A-E983B0FAC16C}"/>
                </a:ext>
              </a:extLst>
            </p:cNvPr>
            <p:cNvSpPr/>
            <p:nvPr/>
          </p:nvSpPr>
          <p:spPr>
            <a:xfrm>
              <a:off x="1173978" y="5075355"/>
              <a:ext cx="1989325" cy="125408"/>
            </a:xfrm>
            <a:custGeom>
              <a:avLst/>
              <a:gdLst>
                <a:gd name="connsiteX0" fmla="*/ 1989189 w 1989325"/>
                <a:gd name="connsiteY0" fmla="*/ 124756 h 125408"/>
                <a:gd name="connsiteX1" fmla="*/ -136 w 1989325"/>
                <a:gd name="connsiteY1" fmla="*/ 124756 h 125408"/>
                <a:gd name="connsiteX2" fmla="*/ -136 w 1989325"/>
                <a:gd name="connsiteY2" fmla="*/ -652 h 125408"/>
                <a:gd name="connsiteX3" fmla="*/ 1989189 w 1989325"/>
                <a:gd name="connsiteY3" fmla="*/ -652 h 125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9325" h="125408">
                  <a:moveTo>
                    <a:pt x="1989189" y="124756"/>
                  </a:moveTo>
                  <a:lnTo>
                    <a:pt x="-136" y="124756"/>
                  </a:lnTo>
                  <a:lnTo>
                    <a:pt x="-136" y="-652"/>
                  </a:lnTo>
                  <a:lnTo>
                    <a:pt x="1989189" y="-652"/>
                  </a:lnTo>
                  <a:close/>
                </a:path>
              </a:pathLst>
            </a:custGeom>
            <a:solidFill>
              <a:schemeClr val="accent2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5" name="Freeform 66">
              <a:extLst>
                <a:ext uri="{FF2B5EF4-FFF2-40B4-BE49-F238E27FC236}">
                  <a16:creationId xmlns:a16="http://schemas.microsoft.com/office/drawing/2014/main" id="{B0ED7EA4-B414-B85D-9E3E-089A60A6FD11}"/>
                </a:ext>
              </a:extLst>
            </p:cNvPr>
            <p:cNvSpPr/>
            <p:nvPr/>
          </p:nvSpPr>
          <p:spPr>
            <a:xfrm>
              <a:off x="3857397" y="6004518"/>
              <a:ext cx="1493543" cy="125408"/>
            </a:xfrm>
            <a:custGeom>
              <a:avLst/>
              <a:gdLst>
                <a:gd name="connsiteX0" fmla="*/ 1493407 w 1493543"/>
                <a:gd name="connsiteY0" fmla="*/ 124756 h 125408"/>
                <a:gd name="connsiteX1" fmla="*/ -136 w 1493543"/>
                <a:gd name="connsiteY1" fmla="*/ 124756 h 125408"/>
                <a:gd name="connsiteX2" fmla="*/ -136 w 1493543"/>
                <a:gd name="connsiteY2" fmla="*/ -652 h 125408"/>
                <a:gd name="connsiteX3" fmla="*/ 1493407 w 1493543"/>
                <a:gd name="connsiteY3" fmla="*/ -652 h 125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3543" h="125408">
                  <a:moveTo>
                    <a:pt x="1493407" y="124756"/>
                  </a:moveTo>
                  <a:lnTo>
                    <a:pt x="-136" y="124756"/>
                  </a:lnTo>
                  <a:lnTo>
                    <a:pt x="-136" y="-652"/>
                  </a:lnTo>
                  <a:lnTo>
                    <a:pt x="1493407" y="-652"/>
                  </a:lnTo>
                  <a:close/>
                </a:path>
              </a:pathLst>
            </a:custGeom>
            <a:solidFill>
              <a:schemeClr val="accent5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6" name="Freeform 67">
              <a:extLst>
                <a:ext uri="{FF2B5EF4-FFF2-40B4-BE49-F238E27FC236}">
                  <a16:creationId xmlns:a16="http://schemas.microsoft.com/office/drawing/2014/main" id="{57330409-758B-8B38-D5EB-B4410E809B37}"/>
                </a:ext>
              </a:extLst>
            </p:cNvPr>
            <p:cNvSpPr/>
            <p:nvPr/>
          </p:nvSpPr>
          <p:spPr>
            <a:xfrm>
              <a:off x="2698507" y="5696697"/>
              <a:ext cx="2683419" cy="119708"/>
            </a:xfrm>
            <a:custGeom>
              <a:avLst/>
              <a:gdLst>
                <a:gd name="connsiteX0" fmla="*/ 2683284 w 2683419"/>
                <a:gd name="connsiteY0" fmla="*/ 119056 h 119708"/>
                <a:gd name="connsiteX1" fmla="*/ -136 w 2683419"/>
                <a:gd name="connsiteY1" fmla="*/ 119056 h 119708"/>
                <a:gd name="connsiteX2" fmla="*/ -136 w 2683419"/>
                <a:gd name="connsiteY2" fmla="*/ -652 h 119708"/>
                <a:gd name="connsiteX3" fmla="*/ 2683284 w 2683419"/>
                <a:gd name="connsiteY3" fmla="*/ -652 h 11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3419" h="119708">
                  <a:moveTo>
                    <a:pt x="2683284" y="119056"/>
                  </a:moveTo>
                  <a:lnTo>
                    <a:pt x="-136" y="119056"/>
                  </a:lnTo>
                  <a:lnTo>
                    <a:pt x="-136" y="-652"/>
                  </a:lnTo>
                  <a:lnTo>
                    <a:pt x="2683284" y="-652"/>
                  </a:lnTo>
                  <a:close/>
                </a:path>
              </a:pathLst>
            </a:custGeom>
            <a:solidFill>
              <a:schemeClr val="accent5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7" name="Freeform 68">
              <a:extLst>
                <a:ext uri="{FF2B5EF4-FFF2-40B4-BE49-F238E27FC236}">
                  <a16:creationId xmlns:a16="http://schemas.microsoft.com/office/drawing/2014/main" id="{A8CED678-BA44-FDE3-2963-F3D19CE62A5F}"/>
                </a:ext>
              </a:extLst>
            </p:cNvPr>
            <p:cNvSpPr/>
            <p:nvPr/>
          </p:nvSpPr>
          <p:spPr>
            <a:xfrm>
              <a:off x="3460772" y="5383176"/>
              <a:ext cx="1177482" cy="125408"/>
            </a:xfrm>
            <a:custGeom>
              <a:avLst/>
              <a:gdLst>
                <a:gd name="connsiteX0" fmla="*/ 1177346 w 1177482"/>
                <a:gd name="connsiteY0" fmla="*/ 124756 h 125408"/>
                <a:gd name="connsiteX1" fmla="*/ -136 w 1177482"/>
                <a:gd name="connsiteY1" fmla="*/ 124756 h 125408"/>
                <a:gd name="connsiteX2" fmla="*/ -136 w 1177482"/>
                <a:gd name="connsiteY2" fmla="*/ -652 h 125408"/>
                <a:gd name="connsiteX3" fmla="*/ 1177346 w 1177482"/>
                <a:gd name="connsiteY3" fmla="*/ -652 h 125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482" h="125408">
                  <a:moveTo>
                    <a:pt x="1177346" y="124756"/>
                  </a:moveTo>
                  <a:lnTo>
                    <a:pt x="-136" y="124756"/>
                  </a:lnTo>
                  <a:lnTo>
                    <a:pt x="-136" y="-652"/>
                  </a:lnTo>
                  <a:lnTo>
                    <a:pt x="1177346" y="-652"/>
                  </a:lnTo>
                  <a:close/>
                </a:path>
              </a:pathLst>
            </a:custGeom>
            <a:solidFill>
              <a:schemeClr val="accent5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8" name="Freeform 69">
              <a:extLst>
                <a:ext uri="{FF2B5EF4-FFF2-40B4-BE49-F238E27FC236}">
                  <a16:creationId xmlns:a16="http://schemas.microsoft.com/office/drawing/2014/main" id="{B64119ED-F774-5BA8-9038-0729FFAA9649}"/>
                </a:ext>
              </a:extLst>
            </p:cNvPr>
            <p:cNvSpPr/>
            <p:nvPr/>
          </p:nvSpPr>
          <p:spPr>
            <a:xfrm>
              <a:off x="3163303" y="5075355"/>
              <a:ext cx="1233257" cy="125408"/>
            </a:xfrm>
            <a:custGeom>
              <a:avLst/>
              <a:gdLst>
                <a:gd name="connsiteX0" fmla="*/ 1233122 w 1233257"/>
                <a:gd name="connsiteY0" fmla="*/ 124756 h 125408"/>
                <a:gd name="connsiteX1" fmla="*/ -136 w 1233257"/>
                <a:gd name="connsiteY1" fmla="*/ 124756 h 125408"/>
                <a:gd name="connsiteX2" fmla="*/ -136 w 1233257"/>
                <a:gd name="connsiteY2" fmla="*/ -652 h 125408"/>
                <a:gd name="connsiteX3" fmla="*/ 1233122 w 1233257"/>
                <a:gd name="connsiteY3" fmla="*/ -652 h 125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3257" h="125408">
                  <a:moveTo>
                    <a:pt x="1233122" y="124756"/>
                  </a:moveTo>
                  <a:lnTo>
                    <a:pt x="-136" y="124756"/>
                  </a:lnTo>
                  <a:lnTo>
                    <a:pt x="-136" y="-652"/>
                  </a:lnTo>
                  <a:lnTo>
                    <a:pt x="1233122" y="-652"/>
                  </a:lnTo>
                  <a:close/>
                </a:path>
              </a:pathLst>
            </a:custGeom>
            <a:solidFill>
              <a:schemeClr val="accent5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9" name="Freeform 70">
              <a:extLst>
                <a:ext uri="{FF2B5EF4-FFF2-40B4-BE49-F238E27FC236}">
                  <a16:creationId xmlns:a16="http://schemas.microsoft.com/office/drawing/2014/main" id="{54744946-DE49-78F2-1DAB-E5363E3C5896}"/>
                </a:ext>
              </a:extLst>
            </p:cNvPr>
            <p:cNvSpPr/>
            <p:nvPr/>
          </p:nvSpPr>
          <p:spPr>
            <a:xfrm>
              <a:off x="5381927" y="5696697"/>
              <a:ext cx="1220863" cy="119708"/>
            </a:xfrm>
            <a:custGeom>
              <a:avLst/>
              <a:gdLst>
                <a:gd name="connsiteX0" fmla="*/ 1220727 w 1220863"/>
                <a:gd name="connsiteY0" fmla="*/ 119056 h 119708"/>
                <a:gd name="connsiteX1" fmla="*/ -136 w 1220863"/>
                <a:gd name="connsiteY1" fmla="*/ 119056 h 119708"/>
                <a:gd name="connsiteX2" fmla="*/ -136 w 1220863"/>
                <a:gd name="connsiteY2" fmla="*/ -652 h 119708"/>
                <a:gd name="connsiteX3" fmla="*/ 1220727 w 1220863"/>
                <a:gd name="connsiteY3" fmla="*/ -652 h 11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0863" h="119708">
                  <a:moveTo>
                    <a:pt x="1220727" y="119056"/>
                  </a:moveTo>
                  <a:lnTo>
                    <a:pt x="-136" y="119056"/>
                  </a:lnTo>
                  <a:lnTo>
                    <a:pt x="-136" y="-652"/>
                  </a:lnTo>
                  <a:lnTo>
                    <a:pt x="1220727" y="-652"/>
                  </a:lnTo>
                  <a:close/>
                </a:path>
              </a:pathLst>
            </a:custGeom>
            <a:solidFill>
              <a:schemeClr val="accent3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0" name="Freeform 71">
              <a:extLst>
                <a:ext uri="{FF2B5EF4-FFF2-40B4-BE49-F238E27FC236}">
                  <a16:creationId xmlns:a16="http://schemas.microsoft.com/office/drawing/2014/main" id="{0D64C9A5-E277-0A14-A78E-02679612AACA}"/>
                </a:ext>
              </a:extLst>
            </p:cNvPr>
            <p:cNvSpPr/>
            <p:nvPr/>
          </p:nvSpPr>
          <p:spPr>
            <a:xfrm>
              <a:off x="4638254" y="5383176"/>
              <a:ext cx="1964535" cy="125408"/>
            </a:xfrm>
            <a:custGeom>
              <a:avLst/>
              <a:gdLst>
                <a:gd name="connsiteX0" fmla="*/ 1964400 w 1964535"/>
                <a:gd name="connsiteY0" fmla="*/ 124756 h 125408"/>
                <a:gd name="connsiteX1" fmla="*/ -136 w 1964535"/>
                <a:gd name="connsiteY1" fmla="*/ 124756 h 125408"/>
                <a:gd name="connsiteX2" fmla="*/ -136 w 1964535"/>
                <a:gd name="connsiteY2" fmla="*/ -652 h 125408"/>
                <a:gd name="connsiteX3" fmla="*/ 1964400 w 1964535"/>
                <a:gd name="connsiteY3" fmla="*/ -652 h 125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4535" h="125408">
                  <a:moveTo>
                    <a:pt x="1964400" y="124756"/>
                  </a:moveTo>
                  <a:lnTo>
                    <a:pt x="-136" y="124756"/>
                  </a:lnTo>
                  <a:lnTo>
                    <a:pt x="-136" y="-652"/>
                  </a:lnTo>
                  <a:lnTo>
                    <a:pt x="1964400" y="-652"/>
                  </a:lnTo>
                  <a:close/>
                </a:path>
              </a:pathLst>
            </a:custGeom>
            <a:solidFill>
              <a:schemeClr val="accent3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1" name="Freeform 72">
              <a:extLst>
                <a:ext uri="{FF2B5EF4-FFF2-40B4-BE49-F238E27FC236}">
                  <a16:creationId xmlns:a16="http://schemas.microsoft.com/office/drawing/2014/main" id="{1A62E2C6-926A-B688-AB36-786011A7106B}"/>
                </a:ext>
              </a:extLst>
            </p:cNvPr>
            <p:cNvSpPr/>
            <p:nvPr/>
          </p:nvSpPr>
          <p:spPr>
            <a:xfrm>
              <a:off x="4396560" y="5075355"/>
              <a:ext cx="2206229" cy="125408"/>
            </a:xfrm>
            <a:custGeom>
              <a:avLst/>
              <a:gdLst>
                <a:gd name="connsiteX0" fmla="*/ 2206094 w 2206229"/>
                <a:gd name="connsiteY0" fmla="*/ 124756 h 125408"/>
                <a:gd name="connsiteX1" fmla="*/ -136 w 2206229"/>
                <a:gd name="connsiteY1" fmla="*/ 124756 h 125408"/>
                <a:gd name="connsiteX2" fmla="*/ -136 w 2206229"/>
                <a:gd name="connsiteY2" fmla="*/ -652 h 125408"/>
                <a:gd name="connsiteX3" fmla="*/ 2206094 w 2206229"/>
                <a:gd name="connsiteY3" fmla="*/ -652 h 125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6229" h="125408">
                  <a:moveTo>
                    <a:pt x="2206094" y="124756"/>
                  </a:moveTo>
                  <a:lnTo>
                    <a:pt x="-136" y="124756"/>
                  </a:lnTo>
                  <a:lnTo>
                    <a:pt x="-136" y="-652"/>
                  </a:lnTo>
                  <a:lnTo>
                    <a:pt x="2206094" y="-652"/>
                  </a:lnTo>
                  <a:close/>
                </a:path>
              </a:pathLst>
            </a:custGeom>
            <a:solidFill>
              <a:schemeClr val="accent3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2" name="Freeform 73">
              <a:extLst>
                <a:ext uri="{FF2B5EF4-FFF2-40B4-BE49-F238E27FC236}">
                  <a16:creationId xmlns:a16="http://schemas.microsoft.com/office/drawing/2014/main" id="{BA48F74C-3040-83E3-5A91-E35AAC504CEC}"/>
                </a:ext>
              </a:extLst>
            </p:cNvPr>
            <p:cNvSpPr/>
            <p:nvPr/>
          </p:nvSpPr>
          <p:spPr>
            <a:xfrm>
              <a:off x="5350941" y="6004518"/>
              <a:ext cx="1251849" cy="125408"/>
            </a:xfrm>
            <a:custGeom>
              <a:avLst/>
              <a:gdLst>
                <a:gd name="connsiteX0" fmla="*/ 1251713 w 1251849"/>
                <a:gd name="connsiteY0" fmla="*/ 124756 h 125408"/>
                <a:gd name="connsiteX1" fmla="*/ -136 w 1251849"/>
                <a:gd name="connsiteY1" fmla="*/ 124756 h 125408"/>
                <a:gd name="connsiteX2" fmla="*/ -136 w 1251849"/>
                <a:gd name="connsiteY2" fmla="*/ -652 h 125408"/>
                <a:gd name="connsiteX3" fmla="*/ 1251713 w 1251849"/>
                <a:gd name="connsiteY3" fmla="*/ -652 h 125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1849" h="125408">
                  <a:moveTo>
                    <a:pt x="1251713" y="124756"/>
                  </a:moveTo>
                  <a:lnTo>
                    <a:pt x="-136" y="124756"/>
                  </a:lnTo>
                  <a:lnTo>
                    <a:pt x="-136" y="-652"/>
                  </a:lnTo>
                  <a:lnTo>
                    <a:pt x="1251713" y="-652"/>
                  </a:lnTo>
                  <a:close/>
                </a:path>
              </a:pathLst>
            </a:custGeom>
            <a:solidFill>
              <a:schemeClr val="accent3"/>
            </a:solidFill>
            <a:ln w="61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000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0D64E3B9-1E86-C245-5CDF-A3E9C497B2EC}"/>
              </a:ext>
            </a:extLst>
          </p:cNvPr>
          <p:cNvSpPr txBox="1"/>
          <p:nvPr/>
        </p:nvSpPr>
        <p:spPr>
          <a:xfrm>
            <a:off x="485263" y="1595443"/>
            <a:ext cx="4464735" cy="5202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>
                <a:ln w="12700">
                  <a:noFill/>
                </a:ln>
                <a:solidFill>
                  <a:schemeClr val="accent1"/>
                </a:solidFill>
                <a:latin typeface="+mj-lt"/>
                <a:ea typeface="+mj-ea"/>
                <a:cs typeface="Source Han Sans CN Bold Bold"/>
              </a:rPr>
              <a:t>Market research</a:t>
            </a:r>
            <a:endParaRPr kumimoji="1" lang="en-US" altLang="zh-CN" dirty="0">
              <a:ln w="12700">
                <a:noFill/>
              </a:ln>
              <a:solidFill>
                <a:schemeClr val="accent1"/>
              </a:solidFill>
              <a:latin typeface="+mj-lt"/>
              <a:ea typeface="+mj-ea"/>
              <a:cs typeface="Source Han Sans CN Bold Bold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9645E815-84A7-4CA5-9180-F42B7115AD35}"/>
              </a:ext>
            </a:extLst>
          </p:cNvPr>
          <p:cNvSpPr txBox="1"/>
          <p:nvPr/>
        </p:nvSpPr>
        <p:spPr>
          <a:xfrm>
            <a:off x="485262" y="2040062"/>
            <a:ext cx="6283838" cy="9168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200" dirty="0">
                <a:ln w="12700">
                  <a:noFill/>
                </a:ln>
                <a:latin typeface="+mj-ea"/>
                <a:ea typeface="+mj-ea"/>
                <a:cs typeface="Source Han Sans CN Bold Bold"/>
              </a:rPr>
              <a:t>Market research offers insights into consumer preferences, market trends, and competitor analysis. It helps in creating relevant and appealing car infographics.</a:t>
            </a:r>
          </a:p>
        </p:txBody>
      </p:sp>
    </p:spTree>
    <p:extLst>
      <p:ext uri="{BB962C8B-B14F-4D97-AF65-F5344CB8AC3E}">
        <p14:creationId xmlns:p14="http://schemas.microsoft.com/office/powerpoint/2010/main" val="542076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6DB252D-93A5-4046-17AF-F0AF308689D7}"/>
              </a:ext>
            </a:extLst>
          </p:cNvPr>
          <p:cNvSpPr txBox="1"/>
          <p:nvPr/>
        </p:nvSpPr>
        <p:spPr>
          <a:xfrm>
            <a:off x="2065779" y="213722"/>
            <a:ext cx="401117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2000" dirty="0">
                <a:solidFill>
                  <a:schemeClr val="accent1"/>
                </a:solidFill>
                <a:latin typeface="+mj-lt"/>
                <a:ea typeface="OPPOSans B" pitchFamily="18" charset="-122"/>
                <a:cs typeface="OPPOSans B" pitchFamily="18" charset="-122"/>
              </a:rPr>
              <a:t>Car Infographic</a:t>
            </a:r>
            <a:endParaRPr kumimoji="1" lang="zh-CN" altLang="en-US" sz="2000" dirty="0">
              <a:solidFill>
                <a:schemeClr val="accent1"/>
              </a:solidFill>
              <a:latin typeface="+mj-lt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FCADF7-010A-92D1-74D7-D975DC34C169}"/>
              </a:ext>
            </a:extLst>
          </p:cNvPr>
          <p:cNvSpPr txBox="1"/>
          <p:nvPr/>
        </p:nvSpPr>
        <p:spPr>
          <a:xfrm>
            <a:off x="11482500" y="286660"/>
            <a:ext cx="3735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>
                <a:latin typeface="OPPOSans R" pitchFamily="18" charset="-122"/>
                <a:ea typeface="OPPOSans R" pitchFamily="18" charset="-122"/>
                <a:cs typeface="OPPOSans R" pitchFamily="18" charset="-122"/>
              </a:defRPr>
            </a:lvl1pPr>
          </a:lstStyle>
          <a:p>
            <a:pPr algn="r"/>
            <a:r>
              <a:rPr lang="en-US" altLang="zh-CN" sz="1200" dirty="0" err="1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  <a:cs typeface="OPPOSans H" pitchFamily="18" charset="-122"/>
              </a:rPr>
              <a:t>AiPPT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  <a:latin typeface="+mj-ea"/>
              <a:ea typeface="+mj-ea"/>
              <a:cs typeface="OPPOSans H" pitchFamily="18" charset="-122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C2224491-857A-3759-76AE-90520CB9D603}"/>
              </a:ext>
            </a:extLst>
          </p:cNvPr>
          <p:cNvCxnSpPr>
            <a:cxnSpLocks/>
          </p:cNvCxnSpPr>
          <p:nvPr/>
        </p:nvCxnSpPr>
        <p:spPr>
          <a:xfrm>
            <a:off x="336000" y="724727"/>
            <a:ext cx="115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1C554AA5-D7B6-3BDE-D5A1-9A678761A270}"/>
              </a:ext>
            </a:extLst>
          </p:cNvPr>
          <p:cNvSpPr/>
          <p:nvPr/>
        </p:nvSpPr>
        <p:spPr>
          <a:xfrm>
            <a:off x="340663" y="169610"/>
            <a:ext cx="1512000" cy="396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317500" dist="152400" dir="5400000" sx="90000" sy="9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OPPOSans R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C5FCFC-5AF9-1EE0-3763-7083922080DD}"/>
              </a:ext>
            </a:extLst>
          </p:cNvPr>
          <p:cNvSpPr txBox="1"/>
          <p:nvPr/>
        </p:nvSpPr>
        <p:spPr>
          <a:xfrm>
            <a:off x="541666" y="298324"/>
            <a:ext cx="1109995" cy="138572"/>
          </a:xfrm>
          <a:custGeom>
            <a:avLst/>
            <a:gdLst>
              <a:gd name="connsiteX0" fmla="*/ 568487 w 1507141"/>
              <a:gd name="connsiteY0" fmla="*/ 37280 h 188151"/>
              <a:gd name="connsiteX1" fmla="*/ 560658 w 1507141"/>
              <a:gd name="connsiteY1" fmla="*/ 44876 h 188151"/>
              <a:gd name="connsiteX2" fmla="*/ 560658 w 1507141"/>
              <a:gd name="connsiteY2" fmla="*/ 44993 h 188151"/>
              <a:gd name="connsiteX3" fmla="*/ 560658 w 1507141"/>
              <a:gd name="connsiteY3" fmla="*/ 83208 h 188151"/>
              <a:gd name="connsiteX4" fmla="*/ 568370 w 1507141"/>
              <a:gd name="connsiteY4" fmla="*/ 90922 h 188151"/>
              <a:gd name="connsiteX5" fmla="*/ 568487 w 1507141"/>
              <a:gd name="connsiteY5" fmla="*/ 90920 h 188151"/>
              <a:gd name="connsiteX6" fmla="*/ 616284 w 1507141"/>
              <a:gd name="connsiteY6" fmla="*/ 90920 h 188151"/>
              <a:gd name="connsiteX7" fmla="*/ 644098 w 1507141"/>
              <a:gd name="connsiteY7" fmla="*/ 64977 h 188151"/>
              <a:gd name="connsiteX8" fmla="*/ 618289 w 1507141"/>
              <a:gd name="connsiteY8" fmla="*/ 37296 h 188151"/>
              <a:gd name="connsiteX9" fmla="*/ 617219 w 1507141"/>
              <a:gd name="connsiteY9" fmla="*/ 37280 h 188151"/>
              <a:gd name="connsiteX10" fmla="*/ 1415753 w 1507141"/>
              <a:gd name="connsiteY10" fmla="*/ 36113 h 188151"/>
              <a:gd name="connsiteX11" fmla="*/ 1415753 w 1507141"/>
              <a:gd name="connsiteY11" fmla="*/ 36230 h 188151"/>
              <a:gd name="connsiteX12" fmla="*/ 1355218 w 1507141"/>
              <a:gd name="connsiteY12" fmla="*/ 96530 h 188151"/>
              <a:gd name="connsiteX13" fmla="*/ 1415519 w 1507141"/>
              <a:gd name="connsiteY13" fmla="*/ 157065 h 188151"/>
              <a:gd name="connsiteX14" fmla="*/ 1476055 w 1507141"/>
              <a:gd name="connsiteY14" fmla="*/ 96763 h 188151"/>
              <a:gd name="connsiteX15" fmla="*/ 1476055 w 1507141"/>
              <a:gd name="connsiteY15" fmla="*/ 96646 h 188151"/>
              <a:gd name="connsiteX16" fmla="*/ 1415753 w 1507141"/>
              <a:gd name="connsiteY16" fmla="*/ 36113 h 188151"/>
              <a:gd name="connsiteX17" fmla="*/ 1026131 w 1507141"/>
              <a:gd name="connsiteY17" fmla="*/ 33069 h 188151"/>
              <a:gd name="connsiteX18" fmla="*/ 1025426 w 1507141"/>
              <a:gd name="connsiteY18" fmla="*/ 33074 h 188151"/>
              <a:gd name="connsiteX19" fmla="*/ 965594 w 1507141"/>
              <a:gd name="connsiteY19" fmla="*/ 94074 h 188151"/>
              <a:gd name="connsiteX20" fmla="*/ 1026596 w 1507141"/>
              <a:gd name="connsiteY20" fmla="*/ 153905 h 188151"/>
              <a:gd name="connsiteX21" fmla="*/ 1086429 w 1507141"/>
              <a:gd name="connsiteY21" fmla="*/ 93376 h 188151"/>
              <a:gd name="connsiteX22" fmla="*/ 1026131 w 1507141"/>
              <a:gd name="connsiteY22" fmla="*/ 33069 h 188151"/>
              <a:gd name="connsiteX23" fmla="*/ 246174 w 1507141"/>
              <a:gd name="connsiteY23" fmla="*/ 32839 h 188151"/>
              <a:gd name="connsiteX24" fmla="*/ 246174 w 1507141"/>
              <a:gd name="connsiteY24" fmla="*/ 33307 h 188151"/>
              <a:gd name="connsiteX25" fmla="*/ 185404 w 1507141"/>
              <a:gd name="connsiteY25" fmla="*/ 93842 h 188151"/>
              <a:gd name="connsiteX26" fmla="*/ 245940 w 1507141"/>
              <a:gd name="connsiteY26" fmla="*/ 154611 h 188151"/>
              <a:gd name="connsiteX27" fmla="*/ 306709 w 1507141"/>
              <a:gd name="connsiteY27" fmla="*/ 94074 h 188151"/>
              <a:gd name="connsiteX28" fmla="*/ 306709 w 1507141"/>
              <a:gd name="connsiteY28" fmla="*/ 93842 h 188151"/>
              <a:gd name="connsiteX29" fmla="*/ 246409 w 1507141"/>
              <a:gd name="connsiteY29" fmla="*/ 32839 h 188151"/>
              <a:gd name="connsiteX30" fmla="*/ 246174 w 1507141"/>
              <a:gd name="connsiteY30" fmla="*/ 32839 h 188151"/>
              <a:gd name="connsiteX31" fmla="*/ 537167 w 1507141"/>
              <a:gd name="connsiteY31" fmla="*/ 5610 h 188151"/>
              <a:gd name="connsiteX32" fmla="*/ 615933 w 1507141"/>
              <a:gd name="connsiteY32" fmla="*/ 5610 h 188151"/>
              <a:gd name="connsiteX33" fmla="*/ 657538 w 1507141"/>
              <a:gd name="connsiteY33" fmla="*/ 21971 h 188151"/>
              <a:gd name="connsiteX34" fmla="*/ 676002 w 1507141"/>
              <a:gd name="connsiteY34" fmla="*/ 62056 h 188151"/>
              <a:gd name="connsiteX35" fmla="*/ 648305 w 1507141"/>
              <a:gd name="connsiteY35" fmla="*/ 114059 h 188151"/>
              <a:gd name="connsiteX36" fmla="*/ 645501 w 1507141"/>
              <a:gd name="connsiteY36" fmla="*/ 123759 h 188151"/>
              <a:gd name="connsiteX37" fmla="*/ 668172 w 1507141"/>
              <a:gd name="connsiteY37" fmla="*/ 171323 h 188151"/>
              <a:gd name="connsiteX38" fmla="*/ 665552 w 1507141"/>
              <a:gd name="connsiteY38" fmla="*/ 181912 h 188151"/>
              <a:gd name="connsiteX39" fmla="*/ 661159 w 1507141"/>
              <a:gd name="connsiteY39" fmla="*/ 183010 h 188151"/>
              <a:gd name="connsiteX40" fmla="*/ 644448 w 1507141"/>
              <a:gd name="connsiteY40" fmla="*/ 181957 h 188151"/>
              <a:gd name="connsiteX41" fmla="*/ 637553 w 1507141"/>
              <a:gd name="connsiteY41" fmla="*/ 177517 h 188151"/>
              <a:gd name="connsiteX42" fmla="*/ 613362 w 1507141"/>
              <a:gd name="connsiteY42" fmla="*/ 126914 h 188151"/>
              <a:gd name="connsiteX43" fmla="*/ 606469 w 1507141"/>
              <a:gd name="connsiteY43" fmla="*/ 122591 h 188151"/>
              <a:gd name="connsiteX44" fmla="*/ 568487 w 1507141"/>
              <a:gd name="connsiteY44" fmla="*/ 122591 h 188151"/>
              <a:gd name="connsiteX45" fmla="*/ 560658 w 1507141"/>
              <a:gd name="connsiteY45" fmla="*/ 130187 h 188151"/>
              <a:gd name="connsiteX46" fmla="*/ 560658 w 1507141"/>
              <a:gd name="connsiteY46" fmla="*/ 130303 h 188151"/>
              <a:gd name="connsiteX47" fmla="*/ 560658 w 1507141"/>
              <a:gd name="connsiteY47" fmla="*/ 174128 h 188151"/>
              <a:gd name="connsiteX48" fmla="*/ 553062 w 1507141"/>
              <a:gd name="connsiteY48" fmla="*/ 181957 h 188151"/>
              <a:gd name="connsiteX49" fmla="*/ 552944 w 1507141"/>
              <a:gd name="connsiteY49" fmla="*/ 181957 h 188151"/>
              <a:gd name="connsiteX50" fmla="*/ 537167 w 1507141"/>
              <a:gd name="connsiteY50" fmla="*/ 181957 h 188151"/>
              <a:gd name="connsiteX51" fmla="*/ 529455 w 1507141"/>
              <a:gd name="connsiteY51" fmla="*/ 174128 h 188151"/>
              <a:gd name="connsiteX52" fmla="*/ 529455 w 1507141"/>
              <a:gd name="connsiteY52" fmla="*/ 13324 h 188151"/>
              <a:gd name="connsiteX53" fmla="*/ 537167 w 1507141"/>
              <a:gd name="connsiteY53" fmla="*/ 5610 h 188151"/>
              <a:gd name="connsiteX54" fmla="*/ 359883 w 1507141"/>
              <a:gd name="connsiteY54" fmla="*/ 5610 h 188151"/>
              <a:gd name="connsiteX55" fmla="*/ 376011 w 1507141"/>
              <a:gd name="connsiteY55" fmla="*/ 5610 h 188151"/>
              <a:gd name="connsiteX56" fmla="*/ 383725 w 1507141"/>
              <a:gd name="connsiteY56" fmla="*/ 13324 h 188151"/>
              <a:gd name="connsiteX57" fmla="*/ 383725 w 1507141"/>
              <a:gd name="connsiteY57" fmla="*/ 100504 h 188151"/>
              <a:gd name="connsiteX58" fmla="*/ 430583 w 1507141"/>
              <a:gd name="connsiteY58" fmla="*/ 152162 h 188151"/>
              <a:gd name="connsiteX59" fmla="*/ 482240 w 1507141"/>
              <a:gd name="connsiteY59" fmla="*/ 105303 h 188151"/>
              <a:gd name="connsiteX60" fmla="*/ 482240 w 1507141"/>
              <a:gd name="connsiteY60" fmla="*/ 100504 h 188151"/>
              <a:gd name="connsiteX61" fmla="*/ 482240 w 1507141"/>
              <a:gd name="connsiteY61" fmla="*/ 13324 h 188151"/>
              <a:gd name="connsiteX62" fmla="*/ 489954 w 1507141"/>
              <a:gd name="connsiteY62" fmla="*/ 5610 h 188151"/>
              <a:gd name="connsiteX63" fmla="*/ 506080 w 1507141"/>
              <a:gd name="connsiteY63" fmla="*/ 5610 h 188151"/>
              <a:gd name="connsiteX64" fmla="*/ 513795 w 1507141"/>
              <a:gd name="connsiteY64" fmla="*/ 13324 h 188151"/>
              <a:gd name="connsiteX65" fmla="*/ 513795 w 1507141"/>
              <a:gd name="connsiteY65" fmla="*/ 101088 h 188151"/>
              <a:gd name="connsiteX66" fmla="*/ 433157 w 1507141"/>
              <a:gd name="connsiteY66" fmla="*/ 181957 h 188151"/>
              <a:gd name="connsiteX67" fmla="*/ 433040 w 1507141"/>
              <a:gd name="connsiteY67" fmla="*/ 181957 h 188151"/>
              <a:gd name="connsiteX68" fmla="*/ 352171 w 1507141"/>
              <a:gd name="connsiteY68" fmla="*/ 101088 h 188151"/>
              <a:gd name="connsiteX69" fmla="*/ 352171 w 1507141"/>
              <a:gd name="connsiteY69" fmla="*/ 13324 h 188151"/>
              <a:gd name="connsiteX70" fmla="*/ 359883 w 1507141"/>
              <a:gd name="connsiteY70" fmla="*/ 5610 h 188151"/>
              <a:gd name="connsiteX71" fmla="*/ 141114 w 1507141"/>
              <a:gd name="connsiteY71" fmla="*/ 5610 h 188151"/>
              <a:gd name="connsiteX72" fmla="*/ 156306 w 1507141"/>
              <a:gd name="connsiteY72" fmla="*/ 5610 h 188151"/>
              <a:gd name="connsiteX73" fmla="*/ 163598 w 1507141"/>
              <a:gd name="connsiteY73" fmla="*/ 13722 h 188151"/>
              <a:gd name="connsiteX74" fmla="*/ 162500 w 1507141"/>
              <a:gd name="connsiteY74" fmla="*/ 17296 h 188151"/>
              <a:gd name="connsiteX75" fmla="*/ 99626 w 1507141"/>
              <a:gd name="connsiteY75" fmla="*/ 104244 h 188151"/>
              <a:gd name="connsiteX76" fmla="*/ 97523 w 1507141"/>
              <a:gd name="connsiteY76" fmla="*/ 110903 h 188151"/>
              <a:gd name="connsiteX77" fmla="*/ 97523 w 1507141"/>
              <a:gd name="connsiteY77" fmla="*/ 174245 h 188151"/>
              <a:gd name="connsiteX78" fmla="*/ 89810 w 1507141"/>
              <a:gd name="connsiteY78" fmla="*/ 181957 h 188151"/>
              <a:gd name="connsiteX79" fmla="*/ 73566 w 1507141"/>
              <a:gd name="connsiteY79" fmla="*/ 181957 h 188151"/>
              <a:gd name="connsiteX80" fmla="*/ 65853 w 1507141"/>
              <a:gd name="connsiteY80" fmla="*/ 174245 h 188151"/>
              <a:gd name="connsiteX81" fmla="*/ 65853 w 1507141"/>
              <a:gd name="connsiteY81" fmla="*/ 110903 h 188151"/>
              <a:gd name="connsiteX82" fmla="*/ 63749 w 1507141"/>
              <a:gd name="connsiteY82" fmla="*/ 104244 h 188151"/>
              <a:gd name="connsiteX83" fmla="*/ 1110 w 1507141"/>
              <a:gd name="connsiteY83" fmla="*/ 17880 h 188151"/>
              <a:gd name="connsiteX84" fmla="*/ 3730 w 1507141"/>
              <a:gd name="connsiteY84" fmla="*/ 7292 h 188151"/>
              <a:gd name="connsiteX85" fmla="*/ 7304 w 1507141"/>
              <a:gd name="connsiteY85" fmla="*/ 6194 h 188151"/>
              <a:gd name="connsiteX86" fmla="*/ 22964 w 1507141"/>
              <a:gd name="connsiteY86" fmla="*/ 6194 h 188151"/>
              <a:gd name="connsiteX87" fmla="*/ 28807 w 1507141"/>
              <a:gd name="connsiteY87" fmla="*/ 8882 h 188151"/>
              <a:gd name="connsiteX88" fmla="*/ 75552 w 1507141"/>
              <a:gd name="connsiteY88" fmla="*/ 74910 h 188151"/>
              <a:gd name="connsiteX89" fmla="*/ 81863 w 1507141"/>
              <a:gd name="connsiteY89" fmla="*/ 78065 h 188151"/>
              <a:gd name="connsiteX90" fmla="*/ 88057 w 1507141"/>
              <a:gd name="connsiteY90" fmla="*/ 74910 h 188151"/>
              <a:gd name="connsiteX91" fmla="*/ 134803 w 1507141"/>
              <a:gd name="connsiteY91" fmla="*/ 8882 h 188151"/>
              <a:gd name="connsiteX92" fmla="*/ 141114 w 1507141"/>
              <a:gd name="connsiteY92" fmla="*/ 5610 h 188151"/>
              <a:gd name="connsiteX93" fmla="*/ 1415286 w 1507141"/>
              <a:gd name="connsiteY93" fmla="*/ 4910 h 188151"/>
              <a:gd name="connsiteX94" fmla="*/ 1507141 w 1507141"/>
              <a:gd name="connsiteY94" fmla="*/ 96297 h 188151"/>
              <a:gd name="connsiteX95" fmla="*/ 1507141 w 1507141"/>
              <a:gd name="connsiteY95" fmla="*/ 96530 h 188151"/>
              <a:gd name="connsiteX96" fmla="*/ 1415753 w 1507141"/>
              <a:gd name="connsiteY96" fmla="*/ 188151 h 188151"/>
              <a:gd name="connsiteX97" fmla="*/ 1323898 w 1507141"/>
              <a:gd name="connsiteY97" fmla="*/ 96765 h 188151"/>
              <a:gd name="connsiteX98" fmla="*/ 1415286 w 1507141"/>
              <a:gd name="connsiteY98" fmla="*/ 4910 h 188151"/>
              <a:gd name="connsiteX99" fmla="*/ 792047 w 1507141"/>
              <a:gd name="connsiteY99" fmla="*/ 4091 h 188151"/>
              <a:gd name="connsiteX100" fmla="*/ 808875 w 1507141"/>
              <a:gd name="connsiteY100" fmla="*/ 4091 h 188151"/>
              <a:gd name="connsiteX101" fmla="*/ 816589 w 1507141"/>
              <a:gd name="connsiteY101" fmla="*/ 11805 h 188151"/>
              <a:gd name="connsiteX102" fmla="*/ 816589 w 1507141"/>
              <a:gd name="connsiteY102" fmla="*/ 144443 h 188151"/>
              <a:gd name="connsiteX103" fmla="*/ 824301 w 1507141"/>
              <a:gd name="connsiteY103" fmla="*/ 152157 h 188151"/>
              <a:gd name="connsiteX104" fmla="*/ 919780 w 1507141"/>
              <a:gd name="connsiteY104" fmla="*/ 152157 h 188151"/>
              <a:gd name="connsiteX105" fmla="*/ 927494 w 1507141"/>
              <a:gd name="connsiteY105" fmla="*/ 159870 h 188151"/>
              <a:gd name="connsiteX106" fmla="*/ 927494 w 1507141"/>
              <a:gd name="connsiteY106" fmla="*/ 175413 h 188151"/>
              <a:gd name="connsiteX107" fmla="*/ 920015 w 1507141"/>
              <a:gd name="connsiteY107" fmla="*/ 183125 h 188151"/>
              <a:gd name="connsiteX108" fmla="*/ 919780 w 1507141"/>
              <a:gd name="connsiteY108" fmla="*/ 183125 h 188151"/>
              <a:gd name="connsiteX109" fmla="*/ 792047 w 1507141"/>
              <a:gd name="connsiteY109" fmla="*/ 183125 h 188151"/>
              <a:gd name="connsiteX110" fmla="*/ 784335 w 1507141"/>
              <a:gd name="connsiteY110" fmla="*/ 175648 h 188151"/>
              <a:gd name="connsiteX111" fmla="*/ 784335 w 1507141"/>
              <a:gd name="connsiteY111" fmla="*/ 175413 h 188151"/>
              <a:gd name="connsiteX112" fmla="*/ 784335 w 1507141"/>
              <a:gd name="connsiteY112" fmla="*/ 11805 h 188151"/>
              <a:gd name="connsiteX113" fmla="*/ 792047 w 1507141"/>
              <a:gd name="connsiteY113" fmla="*/ 4091 h 188151"/>
              <a:gd name="connsiteX114" fmla="*/ 1025426 w 1507141"/>
              <a:gd name="connsiteY114" fmla="*/ 1754 h 188151"/>
              <a:gd name="connsiteX115" fmla="*/ 1117048 w 1507141"/>
              <a:gd name="connsiteY115" fmla="*/ 93376 h 188151"/>
              <a:gd name="connsiteX116" fmla="*/ 1025426 w 1507141"/>
              <a:gd name="connsiteY116" fmla="*/ 184996 h 188151"/>
              <a:gd name="connsiteX117" fmla="*/ 933805 w 1507141"/>
              <a:gd name="connsiteY117" fmla="*/ 93376 h 188151"/>
              <a:gd name="connsiteX118" fmla="*/ 1025426 w 1507141"/>
              <a:gd name="connsiteY118" fmla="*/ 1754 h 188151"/>
              <a:gd name="connsiteX119" fmla="*/ 247109 w 1507141"/>
              <a:gd name="connsiteY119" fmla="*/ 1522 h 188151"/>
              <a:gd name="connsiteX120" fmla="*/ 338497 w 1507141"/>
              <a:gd name="connsiteY120" fmla="*/ 93374 h 188151"/>
              <a:gd name="connsiteX121" fmla="*/ 246643 w 1507141"/>
              <a:gd name="connsiteY121" fmla="*/ 185230 h 188151"/>
              <a:gd name="connsiteX122" fmla="*/ 246174 w 1507141"/>
              <a:gd name="connsiteY122" fmla="*/ 185228 h 188151"/>
              <a:gd name="connsiteX123" fmla="*/ 154788 w 1507141"/>
              <a:gd name="connsiteY123" fmla="*/ 92908 h 188151"/>
              <a:gd name="connsiteX124" fmla="*/ 247109 w 1507141"/>
              <a:gd name="connsiteY124" fmla="*/ 1522 h 188151"/>
              <a:gd name="connsiteX125" fmla="*/ 1224681 w 1507141"/>
              <a:gd name="connsiteY125" fmla="*/ 1 h 188151"/>
              <a:gd name="connsiteX126" fmla="*/ 1253557 w 1507141"/>
              <a:gd name="connsiteY126" fmla="*/ 4696 h 188151"/>
              <a:gd name="connsiteX127" fmla="*/ 1279492 w 1507141"/>
              <a:gd name="connsiteY127" fmla="*/ 18231 h 188151"/>
              <a:gd name="connsiteX128" fmla="*/ 1292462 w 1507141"/>
              <a:gd name="connsiteY128" fmla="*/ 29917 h 188151"/>
              <a:gd name="connsiteX129" fmla="*/ 1292700 w 1507141"/>
              <a:gd name="connsiteY129" fmla="*/ 30251 h 188151"/>
              <a:gd name="connsiteX130" fmla="*/ 1290593 w 1507141"/>
              <a:gd name="connsiteY130" fmla="*/ 40787 h 188151"/>
              <a:gd name="connsiteX131" fmla="*/ 1277504 w 1507141"/>
              <a:gd name="connsiteY131" fmla="*/ 49902 h 188151"/>
              <a:gd name="connsiteX132" fmla="*/ 1267687 w 1507141"/>
              <a:gd name="connsiteY132" fmla="*/ 49083 h 188151"/>
              <a:gd name="connsiteX133" fmla="*/ 1264182 w 1507141"/>
              <a:gd name="connsiteY133" fmla="*/ 45811 h 188151"/>
              <a:gd name="connsiteX134" fmla="*/ 1263481 w 1507141"/>
              <a:gd name="connsiteY134" fmla="*/ 45110 h 188151"/>
              <a:gd name="connsiteX135" fmla="*/ 1224914 w 1507141"/>
              <a:gd name="connsiteY135" fmla="*/ 31204 h 188151"/>
              <a:gd name="connsiteX136" fmla="*/ 1222344 w 1507141"/>
              <a:gd name="connsiteY136" fmla="*/ 31204 h 188151"/>
              <a:gd name="connsiteX137" fmla="*/ 1218138 w 1507141"/>
              <a:gd name="connsiteY137" fmla="*/ 31204 h 188151"/>
              <a:gd name="connsiteX138" fmla="*/ 1207385 w 1507141"/>
              <a:gd name="connsiteY138" fmla="*/ 33424 h 188151"/>
              <a:gd name="connsiteX139" fmla="*/ 1165686 w 1507141"/>
              <a:gd name="connsiteY139" fmla="*/ 78148 h 188151"/>
              <a:gd name="connsiteX140" fmla="*/ 1211476 w 1507141"/>
              <a:gd name="connsiteY140" fmla="*/ 150288 h 188151"/>
              <a:gd name="connsiteX141" fmla="*/ 1216384 w 1507141"/>
              <a:gd name="connsiteY141" fmla="*/ 151222 h 188151"/>
              <a:gd name="connsiteX142" fmla="*/ 1217904 w 1507141"/>
              <a:gd name="connsiteY142" fmla="*/ 151222 h 188151"/>
              <a:gd name="connsiteX143" fmla="*/ 1229590 w 1507141"/>
              <a:gd name="connsiteY143" fmla="*/ 151222 h 188151"/>
              <a:gd name="connsiteX144" fmla="*/ 1238588 w 1507141"/>
              <a:gd name="connsiteY144" fmla="*/ 149937 h 188151"/>
              <a:gd name="connsiteX145" fmla="*/ 1240224 w 1507141"/>
              <a:gd name="connsiteY145" fmla="*/ 149937 h 188151"/>
              <a:gd name="connsiteX146" fmla="*/ 1241861 w 1507141"/>
              <a:gd name="connsiteY146" fmla="*/ 149937 h 188151"/>
              <a:gd name="connsiteX147" fmla="*/ 1248756 w 1507141"/>
              <a:gd name="connsiteY147" fmla="*/ 147482 h 188151"/>
              <a:gd name="connsiteX148" fmla="*/ 1250158 w 1507141"/>
              <a:gd name="connsiteY148" fmla="*/ 147482 h 188151"/>
              <a:gd name="connsiteX149" fmla="*/ 1251444 w 1507141"/>
              <a:gd name="connsiteY149" fmla="*/ 146899 h 188151"/>
              <a:gd name="connsiteX150" fmla="*/ 1252845 w 1507141"/>
              <a:gd name="connsiteY150" fmla="*/ 146197 h 188151"/>
              <a:gd name="connsiteX151" fmla="*/ 1256001 w 1507141"/>
              <a:gd name="connsiteY151" fmla="*/ 144560 h 188151"/>
              <a:gd name="connsiteX152" fmla="*/ 1256936 w 1507141"/>
              <a:gd name="connsiteY152" fmla="*/ 144560 h 188151"/>
              <a:gd name="connsiteX153" fmla="*/ 1277621 w 1507141"/>
              <a:gd name="connsiteY153" fmla="*/ 118500 h 188151"/>
              <a:gd name="connsiteX154" fmla="*/ 1276453 w 1507141"/>
              <a:gd name="connsiteY154" fmla="*/ 112307 h 188151"/>
              <a:gd name="connsiteX155" fmla="*/ 1271427 w 1507141"/>
              <a:gd name="connsiteY155" fmla="*/ 110203 h 188151"/>
              <a:gd name="connsiteX156" fmla="*/ 1237653 w 1507141"/>
              <a:gd name="connsiteY156" fmla="*/ 110203 h 188151"/>
              <a:gd name="connsiteX157" fmla="*/ 1229941 w 1507141"/>
              <a:gd name="connsiteY157" fmla="*/ 102490 h 188151"/>
              <a:gd name="connsiteX158" fmla="*/ 1229941 w 1507141"/>
              <a:gd name="connsiteY158" fmla="*/ 86714 h 188151"/>
              <a:gd name="connsiteX159" fmla="*/ 1237653 w 1507141"/>
              <a:gd name="connsiteY159" fmla="*/ 79000 h 188151"/>
              <a:gd name="connsiteX160" fmla="*/ 1307772 w 1507141"/>
              <a:gd name="connsiteY160" fmla="*/ 79000 h 188151"/>
              <a:gd name="connsiteX161" fmla="*/ 1308473 w 1507141"/>
              <a:gd name="connsiteY161" fmla="*/ 79000 h 188151"/>
              <a:gd name="connsiteX162" fmla="*/ 1312606 w 1507141"/>
              <a:gd name="connsiteY162" fmla="*/ 80432 h 188151"/>
              <a:gd name="connsiteX163" fmla="*/ 1314316 w 1507141"/>
              <a:gd name="connsiteY163" fmla="*/ 91037 h 188151"/>
              <a:gd name="connsiteX164" fmla="*/ 1314316 w 1507141"/>
              <a:gd name="connsiteY164" fmla="*/ 98868 h 188151"/>
              <a:gd name="connsiteX165" fmla="*/ 1283581 w 1507141"/>
              <a:gd name="connsiteY165" fmla="*/ 167233 h 188151"/>
              <a:gd name="connsiteX166" fmla="*/ 1280659 w 1507141"/>
              <a:gd name="connsiteY166" fmla="*/ 169686 h 188151"/>
              <a:gd name="connsiteX167" fmla="*/ 1279141 w 1507141"/>
              <a:gd name="connsiteY167" fmla="*/ 170973 h 188151"/>
              <a:gd name="connsiteX168" fmla="*/ 1276219 w 1507141"/>
              <a:gd name="connsiteY168" fmla="*/ 173076 h 188151"/>
              <a:gd name="connsiteX169" fmla="*/ 1274699 w 1507141"/>
              <a:gd name="connsiteY169" fmla="*/ 174128 h 188151"/>
              <a:gd name="connsiteX170" fmla="*/ 1271778 w 1507141"/>
              <a:gd name="connsiteY170" fmla="*/ 175997 h 188151"/>
              <a:gd name="connsiteX171" fmla="*/ 1271193 w 1507141"/>
              <a:gd name="connsiteY171" fmla="*/ 175997 h 188151"/>
              <a:gd name="connsiteX172" fmla="*/ 1269675 w 1507141"/>
              <a:gd name="connsiteY172" fmla="*/ 176933 h 188151"/>
              <a:gd name="connsiteX173" fmla="*/ 1266636 w 1507141"/>
              <a:gd name="connsiteY173" fmla="*/ 178685 h 188151"/>
              <a:gd name="connsiteX174" fmla="*/ 1265935 w 1507141"/>
              <a:gd name="connsiteY174" fmla="*/ 178685 h 188151"/>
              <a:gd name="connsiteX175" fmla="*/ 1261027 w 1507141"/>
              <a:gd name="connsiteY175" fmla="*/ 181022 h 188151"/>
              <a:gd name="connsiteX176" fmla="*/ 1260208 w 1507141"/>
              <a:gd name="connsiteY176" fmla="*/ 181022 h 188151"/>
              <a:gd name="connsiteX177" fmla="*/ 1257053 w 1507141"/>
              <a:gd name="connsiteY177" fmla="*/ 182191 h 188151"/>
              <a:gd name="connsiteX178" fmla="*/ 1255533 w 1507141"/>
              <a:gd name="connsiteY178" fmla="*/ 182191 h 188151"/>
              <a:gd name="connsiteX179" fmla="*/ 1254599 w 1507141"/>
              <a:gd name="connsiteY179" fmla="*/ 182191 h 188151"/>
              <a:gd name="connsiteX180" fmla="*/ 1252029 w 1507141"/>
              <a:gd name="connsiteY180" fmla="*/ 183127 h 188151"/>
              <a:gd name="connsiteX181" fmla="*/ 1250976 w 1507141"/>
              <a:gd name="connsiteY181" fmla="*/ 183127 h 188151"/>
              <a:gd name="connsiteX182" fmla="*/ 1249456 w 1507141"/>
              <a:gd name="connsiteY182" fmla="*/ 183127 h 188151"/>
              <a:gd name="connsiteX183" fmla="*/ 1248405 w 1507141"/>
              <a:gd name="connsiteY183" fmla="*/ 183127 h 188151"/>
              <a:gd name="connsiteX184" fmla="*/ 1245952 w 1507141"/>
              <a:gd name="connsiteY184" fmla="*/ 183127 h 188151"/>
              <a:gd name="connsiteX185" fmla="*/ 1244782 w 1507141"/>
              <a:gd name="connsiteY185" fmla="*/ 183127 h 188151"/>
              <a:gd name="connsiteX186" fmla="*/ 1243379 w 1507141"/>
              <a:gd name="connsiteY186" fmla="*/ 183127 h 188151"/>
              <a:gd name="connsiteX187" fmla="*/ 1242095 w 1507141"/>
              <a:gd name="connsiteY187" fmla="*/ 183127 h 188151"/>
              <a:gd name="connsiteX188" fmla="*/ 1239758 w 1507141"/>
              <a:gd name="connsiteY188" fmla="*/ 183127 h 188151"/>
              <a:gd name="connsiteX189" fmla="*/ 1238471 w 1507141"/>
              <a:gd name="connsiteY189" fmla="*/ 183127 h 188151"/>
              <a:gd name="connsiteX190" fmla="*/ 1237068 w 1507141"/>
              <a:gd name="connsiteY190" fmla="*/ 183127 h 188151"/>
              <a:gd name="connsiteX191" fmla="*/ 1235550 w 1507141"/>
              <a:gd name="connsiteY191" fmla="*/ 183127 h 188151"/>
              <a:gd name="connsiteX192" fmla="*/ 1233447 w 1507141"/>
              <a:gd name="connsiteY192" fmla="*/ 183127 h 188151"/>
              <a:gd name="connsiteX193" fmla="*/ 1224682 w 1507141"/>
              <a:gd name="connsiteY193" fmla="*/ 183127 h 188151"/>
              <a:gd name="connsiteX194" fmla="*/ 1218138 w 1507141"/>
              <a:gd name="connsiteY194" fmla="*/ 183127 h 188151"/>
              <a:gd name="connsiteX195" fmla="*/ 1129846 w 1507141"/>
              <a:gd name="connsiteY195" fmla="*/ 88292 h 188151"/>
              <a:gd name="connsiteX196" fmla="*/ 1188784 w 1507141"/>
              <a:gd name="connsiteY196" fmla="*/ 5923 h 188151"/>
              <a:gd name="connsiteX197" fmla="*/ 1224681 w 1507141"/>
              <a:gd name="connsiteY197" fmla="*/ 0 h 188151"/>
              <a:gd name="connsiteX198" fmla="*/ 1224682 w 1507141"/>
              <a:gd name="connsiteY198" fmla="*/ 0 h 188151"/>
              <a:gd name="connsiteX199" fmla="*/ 1224681 w 1507141"/>
              <a:gd name="connsiteY199" fmla="*/ 1 h 18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1507141" h="188151">
                <a:moveTo>
                  <a:pt x="568487" y="37280"/>
                </a:moveTo>
                <a:cubicBezTo>
                  <a:pt x="564228" y="37216"/>
                  <a:pt x="560722" y="40616"/>
                  <a:pt x="560658" y="44876"/>
                </a:cubicBezTo>
                <a:cubicBezTo>
                  <a:pt x="560658" y="44915"/>
                  <a:pt x="560658" y="44954"/>
                  <a:pt x="560658" y="44993"/>
                </a:cubicBezTo>
                <a:lnTo>
                  <a:pt x="560658" y="83208"/>
                </a:lnTo>
                <a:cubicBezTo>
                  <a:pt x="560656" y="87467"/>
                  <a:pt x="564110" y="90920"/>
                  <a:pt x="568370" y="90922"/>
                </a:cubicBezTo>
                <a:cubicBezTo>
                  <a:pt x="568409" y="90922"/>
                  <a:pt x="568448" y="90920"/>
                  <a:pt x="568487" y="90920"/>
                </a:cubicBezTo>
                <a:lnTo>
                  <a:pt x="616284" y="90920"/>
                </a:lnTo>
                <a:cubicBezTo>
                  <a:pt x="630990" y="91071"/>
                  <a:pt x="643227" y="79656"/>
                  <a:pt x="644098" y="64977"/>
                </a:cubicBezTo>
                <a:cubicBezTo>
                  <a:pt x="644615" y="50205"/>
                  <a:pt x="633059" y="37813"/>
                  <a:pt x="618289" y="37296"/>
                </a:cubicBezTo>
                <a:cubicBezTo>
                  <a:pt x="617931" y="37284"/>
                  <a:pt x="617575" y="37279"/>
                  <a:pt x="617219" y="37280"/>
                </a:cubicBezTo>
                <a:close/>
                <a:moveTo>
                  <a:pt x="1415753" y="36113"/>
                </a:moveTo>
                <a:lnTo>
                  <a:pt x="1415753" y="36230"/>
                </a:lnTo>
                <a:cubicBezTo>
                  <a:pt x="1382385" y="36164"/>
                  <a:pt x="1355282" y="63162"/>
                  <a:pt x="1355218" y="96530"/>
                </a:cubicBezTo>
                <a:cubicBezTo>
                  <a:pt x="1355153" y="129898"/>
                  <a:pt x="1382151" y="157001"/>
                  <a:pt x="1415519" y="157065"/>
                </a:cubicBezTo>
                <a:cubicBezTo>
                  <a:pt x="1448888" y="157129"/>
                  <a:pt x="1475991" y="130132"/>
                  <a:pt x="1476055" y="96763"/>
                </a:cubicBezTo>
                <a:cubicBezTo>
                  <a:pt x="1476055" y="96725"/>
                  <a:pt x="1476055" y="96686"/>
                  <a:pt x="1476055" y="96646"/>
                </a:cubicBezTo>
                <a:cubicBezTo>
                  <a:pt x="1476055" y="63306"/>
                  <a:pt x="1449095" y="36242"/>
                  <a:pt x="1415753" y="36113"/>
                </a:cubicBezTo>
                <a:close/>
                <a:moveTo>
                  <a:pt x="1026131" y="33069"/>
                </a:moveTo>
                <a:cubicBezTo>
                  <a:pt x="1025896" y="33069"/>
                  <a:pt x="1025662" y="33071"/>
                  <a:pt x="1025426" y="33074"/>
                </a:cubicBezTo>
                <a:cubicBezTo>
                  <a:pt x="992059" y="33396"/>
                  <a:pt x="965272" y="60707"/>
                  <a:pt x="965594" y="94074"/>
                </a:cubicBezTo>
                <a:cubicBezTo>
                  <a:pt x="965918" y="127440"/>
                  <a:pt x="993229" y="154228"/>
                  <a:pt x="1026596" y="153905"/>
                </a:cubicBezTo>
                <a:cubicBezTo>
                  <a:pt x="1059778" y="153584"/>
                  <a:pt x="1086492" y="126560"/>
                  <a:pt x="1086429" y="93376"/>
                </a:cubicBezTo>
                <a:cubicBezTo>
                  <a:pt x="1086431" y="60071"/>
                  <a:pt x="1059436" y="33073"/>
                  <a:pt x="1026131" y="33069"/>
                </a:cubicBezTo>
                <a:close/>
                <a:moveTo>
                  <a:pt x="246174" y="32839"/>
                </a:moveTo>
                <a:lnTo>
                  <a:pt x="246174" y="33307"/>
                </a:lnTo>
                <a:cubicBezTo>
                  <a:pt x="212676" y="33242"/>
                  <a:pt x="185469" y="60344"/>
                  <a:pt x="185404" y="93842"/>
                </a:cubicBezTo>
                <a:cubicBezTo>
                  <a:pt x="185340" y="127340"/>
                  <a:pt x="212442" y="154545"/>
                  <a:pt x="245940" y="154611"/>
                </a:cubicBezTo>
                <a:cubicBezTo>
                  <a:pt x="279438" y="154675"/>
                  <a:pt x="306645" y="127572"/>
                  <a:pt x="306709" y="94074"/>
                </a:cubicBezTo>
                <a:cubicBezTo>
                  <a:pt x="306709" y="93998"/>
                  <a:pt x="306709" y="93920"/>
                  <a:pt x="306709" y="93842"/>
                </a:cubicBezTo>
                <a:cubicBezTo>
                  <a:pt x="306904" y="60344"/>
                  <a:pt x="279905" y="33034"/>
                  <a:pt x="246409" y="32839"/>
                </a:cubicBezTo>
                <a:cubicBezTo>
                  <a:pt x="246331" y="32839"/>
                  <a:pt x="246252" y="32839"/>
                  <a:pt x="246174" y="32839"/>
                </a:cubicBezTo>
                <a:close/>
                <a:moveTo>
                  <a:pt x="537167" y="5610"/>
                </a:moveTo>
                <a:lnTo>
                  <a:pt x="615933" y="5610"/>
                </a:lnTo>
                <a:cubicBezTo>
                  <a:pt x="631375" y="5591"/>
                  <a:pt x="646246" y="11439"/>
                  <a:pt x="657538" y="21971"/>
                </a:cubicBezTo>
                <a:cubicBezTo>
                  <a:pt x="668790" y="32336"/>
                  <a:pt x="675437" y="46767"/>
                  <a:pt x="676002" y="62056"/>
                </a:cubicBezTo>
                <a:cubicBezTo>
                  <a:pt x="676825" y="83117"/>
                  <a:pt x="666241" y="102990"/>
                  <a:pt x="648305" y="114059"/>
                </a:cubicBezTo>
                <a:cubicBezTo>
                  <a:pt x="644999" y="116079"/>
                  <a:pt x="643782" y="120288"/>
                  <a:pt x="645501" y="123759"/>
                </a:cubicBezTo>
                <a:lnTo>
                  <a:pt x="668172" y="171323"/>
                </a:lnTo>
                <a:cubicBezTo>
                  <a:pt x="670373" y="174970"/>
                  <a:pt x="669199" y="179710"/>
                  <a:pt x="665552" y="181912"/>
                </a:cubicBezTo>
                <a:cubicBezTo>
                  <a:pt x="664230" y="182708"/>
                  <a:pt x="662702" y="183091"/>
                  <a:pt x="661159" y="183010"/>
                </a:cubicBezTo>
                <a:lnTo>
                  <a:pt x="644448" y="181957"/>
                </a:lnTo>
                <a:cubicBezTo>
                  <a:pt x="641488" y="181923"/>
                  <a:pt x="638809" y="180197"/>
                  <a:pt x="637553" y="177517"/>
                </a:cubicBezTo>
                <a:lnTo>
                  <a:pt x="613362" y="126914"/>
                </a:lnTo>
                <a:cubicBezTo>
                  <a:pt x="612097" y="124260"/>
                  <a:pt x="609410" y="122576"/>
                  <a:pt x="606469" y="122591"/>
                </a:cubicBezTo>
                <a:lnTo>
                  <a:pt x="568487" y="122591"/>
                </a:lnTo>
                <a:cubicBezTo>
                  <a:pt x="564228" y="122525"/>
                  <a:pt x="560722" y="125926"/>
                  <a:pt x="560658" y="130187"/>
                </a:cubicBezTo>
                <a:cubicBezTo>
                  <a:pt x="560658" y="130225"/>
                  <a:pt x="560658" y="130265"/>
                  <a:pt x="560658" y="130303"/>
                </a:cubicBezTo>
                <a:lnTo>
                  <a:pt x="560658" y="174128"/>
                </a:lnTo>
                <a:cubicBezTo>
                  <a:pt x="560722" y="178387"/>
                  <a:pt x="557321" y="181891"/>
                  <a:pt x="553062" y="181957"/>
                </a:cubicBezTo>
                <a:cubicBezTo>
                  <a:pt x="553023" y="181957"/>
                  <a:pt x="552983" y="181957"/>
                  <a:pt x="552944" y="181957"/>
                </a:cubicBezTo>
                <a:lnTo>
                  <a:pt x="537167" y="181957"/>
                </a:lnTo>
                <a:cubicBezTo>
                  <a:pt x="532889" y="181893"/>
                  <a:pt x="529455" y="178407"/>
                  <a:pt x="529455" y="174128"/>
                </a:cubicBezTo>
                <a:lnTo>
                  <a:pt x="529455" y="13324"/>
                </a:lnTo>
                <a:cubicBezTo>
                  <a:pt x="529517" y="9089"/>
                  <a:pt x="532933" y="5672"/>
                  <a:pt x="537167" y="5610"/>
                </a:cubicBezTo>
                <a:close/>
                <a:moveTo>
                  <a:pt x="359883" y="5610"/>
                </a:moveTo>
                <a:lnTo>
                  <a:pt x="376011" y="5610"/>
                </a:lnTo>
                <a:cubicBezTo>
                  <a:pt x="380271" y="5610"/>
                  <a:pt x="383725" y="9063"/>
                  <a:pt x="383725" y="13324"/>
                </a:cubicBezTo>
                <a:lnTo>
                  <a:pt x="383725" y="100504"/>
                </a:lnTo>
                <a:cubicBezTo>
                  <a:pt x="382398" y="127707"/>
                  <a:pt x="403378" y="150835"/>
                  <a:pt x="430583" y="152162"/>
                </a:cubicBezTo>
                <a:cubicBezTo>
                  <a:pt x="457787" y="153488"/>
                  <a:pt x="480915" y="132508"/>
                  <a:pt x="482240" y="105303"/>
                </a:cubicBezTo>
                <a:cubicBezTo>
                  <a:pt x="482318" y="103705"/>
                  <a:pt x="482318" y="102103"/>
                  <a:pt x="482240" y="100504"/>
                </a:cubicBezTo>
                <a:lnTo>
                  <a:pt x="482240" y="13324"/>
                </a:lnTo>
                <a:cubicBezTo>
                  <a:pt x="482303" y="9089"/>
                  <a:pt x="485721" y="5672"/>
                  <a:pt x="489954" y="5610"/>
                </a:cubicBezTo>
                <a:lnTo>
                  <a:pt x="506080" y="5610"/>
                </a:lnTo>
                <a:cubicBezTo>
                  <a:pt x="510341" y="5610"/>
                  <a:pt x="513795" y="9063"/>
                  <a:pt x="513795" y="13324"/>
                </a:cubicBezTo>
                <a:lnTo>
                  <a:pt x="513795" y="101088"/>
                </a:lnTo>
                <a:cubicBezTo>
                  <a:pt x="513859" y="145686"/>
                  <a:pt x="477756" y="181893"/>
                  <a:pt x="433157" y="181957"/>
                </a:cubicBezTo>
                <a:cubicBezTo>
                  <a:pt x="433118" y="181957"/>
                  <a:pt x="433079" y="181957"/>
                  <a:pt x="433040" y="181957"/>
                </a:cubicBezTo>
                <a:cubicBezTo>
                  <a:pt x="388378" y="181957"/>
                  <a:pt x="352171" y="145752"/>
                  <a:pt x="352171" y="101088"/>
                </a:cubicBezTo>
                <a:lnTo>
                  <a:pt x="352171" y="13324"/>
                </a:lnTo>
                <a:cubicBezTo>
                  <a:pt x="352171" y="9063"/>
                  <a:pt x="355625" y="5610"/>
                  <a:pt x="359883" y="5610"/>
                </a:cubicBezTo>
                <a:close/>
                <a:moveTo>
                  <a:pt x="141114" y="5610"/>
                </a:moveTo>
                <a:lnTo>
                  <a:pt x="156306" y="5610"/>
                </a:lnTo>
                <a:cubicBezTo>
                  <a:pt x="160559" y="5837"/>
                  <a:pt x="163823" y="9468"/>
                  <a:pt x="163598" y="13722"/>
                </a:cubicBezTo>
                <a:cubicBezTo>
                  <a:pt x="163530" y="14986"/>
                  <a:pt x="163152" y="16213"/>
                  <a:pt x="162500" y="17296"/>
                </a:cubicBezTo>
                <a:lnTo>
                  <a:pt x="99626" y="104244"/>
                </a:lnTo>
                <a:cubicBezTo>
                  <a:pt x="98219" y="106175"/>
                  <a:pt x="97480" y="108514"/>
                  <a:pt x="97523" y="110903"/>
                </a:cubicBezTo>
                <a:lnTo>
                  <a:pt x="97523" y="174245"/>
                </a:lnTo>
                <a:cubicBezTo>
                  <a:pt x="97460" y="178478"/>
                  <a:pt x="94044" y="181895"/>
                  <a:pt x="89810" y="181957"/>
                </a:cubicBezTo>
                <a:lnTo>
                  <a:pt x="73566" y="181957"/>
                </a:lnTo>
                <a:cubicBezTo>
                  <a:pt x="69333" y="181895"/>
                  <a:pt x="65916" y="178478"/>
                  <a:pt x="65853" y="174245"/>
                </a:cubicBezTo>
                <a:lnTo>
                  <a:pt x="65853" y="110903"/>
                </a:lnTo>
                <a:cubicBezTo>
                  <a:pt x="65896" y="108514"/>
                  <a:pt x="65157" y="106175"/>
                  <a:pt x="63749" y="104244"/>
                </a:cubicBezTo>
                <a:lnTo>
                  <a:pt x="1110" y="17880"/>
                </a:lnTo>
                <a:cubicBezTo>
                  <a:pt x="-1091" y="14234"/>
                  <a:pt x="83" y="9492"/>
                  <a:pt x="3730" y="7292"/>
                </a:cubicBezTo>
                <a:cubicBezTo>
                  <a:pt x="4813" y="6638"/>
                  <a:pt x="6040" y="6262"/>
                  <a:pt x="7304" y="6194"/>
                </a:cubicBezTo>
                <a:lnTo>
                  <a:pt x="22964" y="6194"/>
                </a:lnTo>
                <a:cubicBezTo>
                  <a:pt x="25210" y="6196"/>
                  <a:pt x="27343" y="7177"/>
                  <a:pt x="28807" y="8882"/>
                </a:cubicBezTo>
                <a:lnTo>
                  <a:pt x="75552" y="74910"/>
                </a:lnTo>
                <a:cubicBezTo>
                  <a:pt x="77036" y="76904"/>
                  <a:pt x="79378" y="78075"/>
                  <a:pt x="81863" y="78065"/>
                </a:cubicBezTo>
                <a:cubicBezTo>
                  <a:pt x="84316" y="78075"/>
                  <a:pt x="86623" y="76901"/>
                  <a:pt x="88057" y="74910"/>
                </a:cubicBezTo>
                <a:lnTo>
                  <a:pt x="134803" y="8882"/>
                </a:lnTo>
                <a:cubicBezTo>
                  <a:pt x="136248" y="6830"/>
                  <a:pt x="138602" y="5608"/>
                  <a:pt x="141114" y="5610"/>
                </a:cubicBezTo>
                <a:close/>
                <a:moveTo>
                  <a:pt x="1415286" y="4910"/>
                </a:moveTo>
                <a:cubicBezTo>
                  <a:pt x="1465887" y="4781"/>
                  <a:pt x="1507012" y="45696"/>
                  <a:pt x="1507141" y="96297"/>
                </a:cubicBezTo>
                <a:cubicBezTo>
                  <a:pt x="1507141" y="96375"/>
                  <a:pt x="1507141" y="96453"/>
                  <a:pt x="1507141" y="96530"/>
                </a:cubicBezTo>
                <a:cubicBezTo>
                  <a:pt x="1507077" y="147014"/>
                  <a:pt x="1466236" y="187958"/>
                  <a:pt x="1415753" y="188151"/>
                </a:cubicBezTo>
                <a:cubicBezTo>
                  <a:pt x="1365152" y="188280"/>
                  <a:pt x="1324027" y="147365"/>
                  <a:pt x="1323898" y="96765"/>
                </a:cubicBezTo>
                <a:cubicBezTo>
                  <a:pt x="1323769" y="46164"/>
                  <a:pt x="1364684" y="5039"/>
                  <a:pt x="1415286" y="4910"/>
                </a:cubicBezTo>
                <a:close/>
                <a:moveTo>
                  <a:pt x="792047" y="4091"/>
                </a:moveTo>
                <a:lnTo>
                  <a:pt x="808875" y="4091"/>
                </a:lnTo>
                <a:cubicBezTo>
                  <a:pt x="813135" y="4091"/>
                  <a:pt x="816589" y="7545"/>
                  <a:pt x="816589" y="11805"/>
                </a:cubicBezTo>
                <a:lnTo>
                  <a:pt x="816589" y="144443"/>
                </a:lnTo>
                <a:cubicBezTo>
                  <a:pt x="816589" y="148704"/>
                  <a:pt x="820043" y="152157"/>
                  <a:pt x="824301" y="152157"/>
                </a:cubicBezTo>
                <a:lnTo>
                  <a:pt x="919780" y="152157"/>
                </a:lnTo>
                <a:cubicBezTo>
                  <a:pt x="924040" y="152157"/>
                  <a:pt x="927494" y="155611"/>
                  <a:pt x="927494" y="159870"/>
                </a:cubicBezTo>
                <a:lnTo>
                  <a:pt x="927494" y="175413"/>
                </a:lnTo>
                <a:cubicBezTo>
                  <a:pt x="927558" y="179607"/>
                  <a:pt x="924210" y="183060"/>
                  <a:pt x="920015" y="183125"/>
                </a:cubicBezTo>
                <a:cubicBezTo>
                  <a:pt x="919937" y="183127"/>
                  <a:pt x="919858" y="183127"/>
                  <a:pt x="919780" y="183125"/>
                </a:cubicBezTo>
                <a:lnTo>
                  <a:pt x="792047" y="183125"/>
                </a:lnTo>
                <a:cubicBezTo>
                  <a:pt x="787853" y="183191"/>
                  <a:pt x="784400" y="179842"/>
                  <a:pt x="784335" y="175648"/>
                </a:cubicBezTo>
                <a:cubicBezTo>
                  <a:pt x="784333" y="175570"/>
                  <a:pt x="784333" y="175491"/>
                  <a:pt x="784335" y="175413"/>
                </a:cubicBezTo>
                <a:lnTo>
                  <a:pt x="784335" y="11805"/>
                </a:lnTo>
                <a:cubicBezTo>
                  <a:pt x="784335" y="7545"/>
                  <a:pt x="787787" y="4091"/>
                  <a:pt x="792047" y="4091"/>
                </a:cubicBezTo>
                <a:close/>
                <a:moveTo>
                  <a:pt x="1025426" y="1754"/>
                </a:moveTo>
                <a:cubicBezTo>
                  <a:pt x="1076028" y="1754"/>
                  <a:pt x="1117048" y="42774"/>
                  <a:pt x="1117048" y="93376"/>
                </a:cubicBezTo>
                <a:cubicBezTo>
                  <a:pt x="1117048" y="143976"/>
                  <a:pt x="1076028" y="184996"/>
                  <a:pt x="1025426" y="184996"/>
                </a:cubicBezTo>
                <a:cubicBezTo>
                  <a:pt x="974825" y="184996"/>
                  <a:pt x="933805" y="143976"/>
                  <a:pt x="933805" y="93376"/>
                </a:cubicBezTo>
                <a:cubicBezTo>
                  <a:pt x="933805" y="42774"/>
                  <a:pt x="974825" y="1754"/>
                  <a:pt x="1025426" y="1754"/>
                </a:cubicBezTo>
                <a:close/>
                <a:moveTo>
                  <a:pt x="247109" y="1522"/>
                </a:moveTo>
                <a:cubicBezTo>
                  <a:pt x="297657" y="1780"/>
                  <a:pt x="338497" y="42827"/>
                  <a:pt x="338497" y="93374"/>
                </a:cubicBezTo>
                <a:cubicBezTo>
                  <a:pt x="338497" y="144105"/>
                  <a:pt x="297373" y="185230"/>
                  <a:pt x="246643" y="185230"/>
                </a:cubicBezTo>
                <a:cubicBezTo>
                  <a:pt x="246487" y="185230"/>
                  <a:pt x="246330" y="185230"/>
                  <a:pt x="246174" y="185228"/>
                </a:cubicBezTo>
                <a:cubicBezTo>
                  <a:pt x="195445" y="184970"/>
                  <a:pt x="154528" y="143637"/>
                  <a:pt x="154788" y="92908"/>
                </a:cubicBezTo>
                <a:cubicBezTo>
                  <a:pt x="155045" y="42178"/>
                  <a:pt x="196379" y="1263"/>
                  <a:pt x="247109" y="1522"/>
                </a:cubicBezTo>
                <a:close/>
                <a:moveTo>
                  <a:pt x="1224681" y="1"/>
                </a:moveTo>
                <a:lnTo>
                  <a:pt x="1253557" y="4696"/>
                </a:lnTo>
                <a:cubicBezTo>
                  <a:pt x="1262811" y="7774"/>
                  <a:pt x="1271575" y="12325"/>
                  <a:pt x="1279492" y="18231"/>
                </a:cubicBezTo>
                <a:cubicBezTo>
                  <a:pt x="1284164" y="21722"/>
                  <a:pt x="1288505" y="25633"/>
                  <a:pt x="1292462" y="29917"/>
                </a:cubicBezTo>
                <a:cubicBezTo>
                  <a:pt x="1292546" y="30027"/>
                  <a:pt x="1292623" y="30139"/>
                  <a:pt x="1292700" y="30251"/>
                </a:cubicBezTo>
                <a:cubicBezTo>
                  <a:pt x="1295026" y="33742"/>
                  <a:pt x="1294084" y="38458"/>
                  <a:pt x="1290593" y="40787"/>
                </a:cubicBezTo>
                <a:lnTo>
                  <a:pt x="1277504" y="49902"/>
                </a:lnTo>
                <a:cubicBezTo>
                  <a:pt x="1274489" y="52127"/>
                  <a:pt x="1270293" y="51776"/>
                  <a:pt x="1267687" y="49083"/>
                </a:cubicBezTo>
                <a:lnTo>
                  <a:pt x="1264182" y="45811"/>
                </a:lnTo>
                <a:lnTo>
                  <a:pt x="1263481" y="45110"/>
                </a:lnTo>
                <a:cubicBezTo>
                  <a:pt x="1252659" y="36087"/>
                  <a:pt x="1239005" y="31163"/>
                  <a:pt x="1224914" y="31204"/>
                </a:cubicBezTo>
                <a:lnTo>
                  <a:pt x="1222344" y="31204"/>
                </a:lnTo>
                <a:lnTo>
                  <a:pt x="1218138" y="31204"/>
                </a:lnTo>
                <a:cubicBezTo>
                  <a:pt x="1214489" y="31593"/>
                  <a:pt x="1210890" y="32337"/>
                  <a:pt x="1207385" y="33424"/>
                </a:cubicBezTo>
                <a:cubicBezTo>
                  <a:pt x="1186411" y="39678"/>
                  <a:pt x="1170459" y="56787"/>
                  <a:pt x="1165686" y="78148"/>
                </a:cubicBezTo>
                <a:cubicBezTo>
                  <a:pt x="1158409" y="110714"/>
                  <a:pt x="1178911" y="143011"/>
                  <a:pt x="1211476" y="150288"/>
                </a:cubicBezTo>
                <a:lnTo>
                  <a:pt x="1216384" y="151222"/>
                </a:lnTo>
                <a:lnTo>
                  <a:pt x="1217904" y="151222"/>
                </a:lnTo>
                <a:lnTo>
                  <a:pt x="1229590" y="151222"/>
                </a:lnTo>
                <a:cubicBezTo>
                  <a:pt x="1232617" y="151015"/>
                  <a:pt x="1235625" y="150585"/>
                  <a:pt x="1238588" y="149937"/>
                </a:cubicBezTo>
                <a:lnTo>
                  <a:pt x="1240224" y="149937"/>
                </a:lnTo>
                <a:lnTo>
                  <a:pt x="1241861" y="149937"/>
                </a:lnTo>
                <a:lnTo>
                  <a:pt x="1248756" y="147482"/>
                </a:lnTo>
                <a:lnTo>
                  <a:pt x="1250158" y="147482"/>
                </a:lnTo>
                <a:lnTo>
                  <a:pt x="1251444" y="146899"/>
                </a:lnTo>
                <a:lnTo>
                  <a:pt x="1252845" y="146197"/>
                </a:lnTo>
                <a:lnTo>
                  <a:pt x="1256001" y="144560"/>
                </a:lnTo>
                <a:lnTo>
                  <a:pt x="1256936" y="144560"/>
                </a:lnTo>
                <a:cubicBezTo>
                  <a:pt x="1265859" y="137697"/>
                  <a:pt x="1272961" y="128748"/>
                  <a:pt x="1277621" y="118500"/>
                </a:cubicBezTo>
                <a:cubicBezTo>
                  <a:pt x="1278365" y="116375"/>
                  <a:pt x="1277919" y="114015"/>
                  <a:pt x="1276453" y="112307"/>
                </a:cubicBezTo>
                <a:cubicBezTo>
                  <a:pt x="1275145" y="110934"/>
                  <a:pt x="1273323" y="110171"/>
                  <a:pt x="1271427" y="110203"/>
                </a:cubicBezTo>
                <a:lnTo>
                  <a:pt x="1237653" y="110203"/>
                </a:lnTo>
                <a:cubicBezTo>
                  <a:pt x="1233393" y="110203"/>
                  <a:pt x="1229941" y="106750"/>
                  <a:pt x="1229941" y="102490"/>
                </a:cubicBezTo>
                <a:lnTo>
                  <a:pt x="1229941" y="86714"/>
                </a:lnTo>
                <a:cubicBezTo>
                  <a:pt x="1229941" y="82454"/>
                  <a:pt x="1233393" y="79000"/>
                  <a:pt x="1237653" y="79000"/>
                </a:cubicBezTo>
                <a:lnTo>
                  <a:pt x="1307772" y="79000"/>
                </a:lnTo>
                <a:lnTo>
                  <a:pt x="1308473" y="79000"/>
                </a:lnTo>
                <a:cubicBezTo>
                  <a:pt x="1309961" y="79061"/>
                  <a:pt x="1311398" y="79560"/>
                  <a:pt x="1312606" y="80432"/>
                </a:cubicBezTo>
                <a:cubicBezTo>
                  <a:pt x="1316008" y="82888"/>
                  <a:pt x="1316774" y="87636"/>
                  <a:pt x="1314316" y="91037"/>
                </a:cubicBezTo>
                <a:lnTo>
                  <a:pt x="1314316" y="98868"/>
                </a:lnTo>
                <a:cubicBezTo>
                  <a:pt x="1314518" y="125045"/>
                  <a:pt x="1303295" y="150009"/>
                  <a:pt x="1283581" y="167233"/>
                </a:cubicBezTo>
                <a:lnTo>
                  <a:pt x="1280659" y="169686"/>
                </a:lnTo>
                <a:lnTo>
                  <a:pt x="1279141" y="170973"/>
                </a:lnTo>
                <a:cubicBezTo>
                  <a:pt x="1278222" y="171747"/>
                  <a:pt x="1277245" y="172450"/>
                  <a:pt x="1276219" y="173076"/>
                </a:cubicBezTo>
                <a:lnTo>
                  <a:pt x="1274699" y="174128"/>
                </a:lnTo>
                <a:lnTo>
                  <a:pt x="1271778" y="175997"/>
                </a:lnTo>
                <a:lnTo>
                  <a:pt x="1271193" y="175997"/>
                </a:lnTo>
                <a:lnTo>
                  <a:pt x="1269675" y="176933"/>
                </a:lnTo>
                <a:lnTo>
                  <a:pt x="1266636" y="178685"/>
                </a:lnTo>
                <a:lnTo>
                  <a:pt x="1265935" y="178685"/>
                </a:lnTo>
                <a:lnTo>
                  <a:pt x="1261027" y="181022"/>
                </a:lnTo>
                <a:lnTo>
                  <a:pt x="1260208" y="181022"/>
                </a:lnTo>
                <a:lnTo>
                  <a:pt x="1257053" y="182191"/>
                </a:lnTo>
                <a:lnTo>
                  <a:pt x="1255533" y="182191"/>
                </a:lnTo>
                <a:lnTo>
                  <a:pt x="1254599" y="182191"/>
                </a:lnTo>
                <a:lnTo>
                  <a:pt x="1252029" y="183127"/>
                </a:lnTo>
                <a:lnTo>
                  <a:pt x="1250976" y="183127"/>
                </a:lnTo>
                <a:lnTo>
                  <a:pt x="1249456" y="183127"/>
                </a:lnTo>
                <a:lnTo>
                  <a:pt x="1248405" y="183127"/>
                </a:lnTo>
                <a:lnTo>
                  <a:pt x="1245952" y="183127"/>
                </a:lnTo>
                <a:lnTo>
                  <a:pt x="1244782" y="183127"/>
                </a:lnTo>
                <a:lnTo>
                  <a:pt x="1243379" y="183127"/>
                </a:lnTo>
                <a:lnTo>
                  <a:pt x="1242095" y="183127"/>
                </a:lnTo>
                <a:lnTo>
                  <a:pt x="1239758" y="183127"/>
                </a:lnTo>
                <a:lnTo>
                  <a:pt x="1238471" y="183127"/>
                </a:lnTo>
                <a:lnTo>
                  <a:pt x="1237068" y="183127"/>
                </a:lnTo>
                <a:lnTo>
                  <a:pt x="1235550" y="183127"/>
                </a:lnTo>
                <a:lnTo>
                  <a:pt x="1233447" y="183127"/>
                </a:lnTo>
                <a:lnTo>
                  <a:pt x="1224682" y="183127"/>
                </a:lnTo>
                <a:cubicBezTo>
                  <a:pt x="1222501" y="183205"/>
                  <a:pt x="1220319" y="183205"/>
                  <a:pt x="1218138" y="183127"/>
                </a:cubicBezTo>
                <a:cubicBezTo>
                  <a:pt x="1167568" y="181318"/>
                  <a:pt x="1128040" y="138860"/>
                  <a:pt x="1129846" y="88292"/>
                </a:cubicBezTo>
                <a:cubicBezTo>
                  <a:pt x="1131201" y="50365"/>
                  <a:pt x="1155424" y="18648"/>
                  <a:pt x="1188784" y="5923"/>
                </a:cubicBezTo>
                <a:close/>
                <a:moveTo>
                  <a:pt x="1224681" y="0"/>
                </a:moveTo>
                <a:lnTo>
                  <a:pt x="1224682" y="0"/>
                </a:lnTo>
                <a:lnTo>
                  <a:pt x="1224681" y="1"/>
                </a:lnTo>
                <a:close/>
              </a:path>
            </a:pathLst>
          </a:custGeom>
          <a:solidFill>
            <a:schemeClr val="bg1"/>
          </a:solidFill>
          <a:ln w="48068" cap="flat">
            <a:noFill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Google Shape;389;p20">
            <a:extLst>
              <a:ext uri="{FF2B5EF4-FFF2-40B4-BE49-F238E27FC236}">
                <a16:creationId xmlns:a16="http://schemas.microsoft.com/office/drawing/2014/main" id="{2CC4E9C2-8CAF-59E2-A705-839DF2ACA77E}"/>
              </a:ext>
            </a:extLst>
          </p:cNvPr>
          <p:cNvSpPr/>
          <p:nvPr/>
        </p:nvSpPr>
        <p:spPr>
          <a:xfrm>
            <a:off x="9177999" y="1261895"/>
            <a:ext cx="389253" cy="389252"/>
          </a:xfrm>
          <a:custGeom>
            <a:avLst/>
            <a:gdLst/>
            <a:ahLst/>
            <a:cxnLst/>
            <a:rect l="l" t="t" r="r" b="b"/>
            <a:pathLst>
              <a:path w="372596" h="372595" extrusionOk="0">
                <a:moveTo>
                  <a:pt x="70363" y="266893"/>
                </a:moveTo>
                <a:lnTo>
                  <a:pt x="70363" y="288724"/>
                </a:lnTo>
                <a:lnTo>
                  <a:pt x="93344" y="288724"/>
                </a:lnTo>
                <a:lnTo>
                  <a:pt x="93344" y="266893"/>
                </a:lnTo>
                <a:close/>
                <a:moveTo>
                  <a:pt x="145046" y="266892"/>
                </a:moveTo>
                <a:lnTo>
                  <a:pt x="236403" y="266892"/>
                </a:lnTo>
                <a:lnTo>
                  <a:pt x="236403" y="288724"/>
                </a:lnTo>
                <a:lnTo>
                  <a:pt x="145046" y="288724"/>
                </a:lnTo>
                <a:close/>
                <a:moveTo>
                  <a:pt x="48531" y="245061"/>
                </a:moveTo>
                <a:lnTo>
                  <a:pt x="115176" y="245061"/>
                </a:lnTo>
                <a:lnTo>
                  <a:pt x="115176" y="310556"/>
                </a:lnTo>
                <a:lnTo>
                  <a:pt x="48531" y="310556"/>
                </a:lnTo>
                <a:close/>
                <a:moveTo>
                  <a:pt x="289366" y="242478"/>
                </a:moveTo>
                <a:lnTo>
                  <a:pt x="289366" y="323750"/>
                </a:lnTo>
                <a:cubicBezTo>
                  <a:pt x="289366" y="341056"/>
                  <a:pt x="304481" y="350560"/>
                  <a:pt x="320200" y="350560"/>
                </a:cubicBezTo>
                <a:cubicBezTo>
                  <a:pt x="336651" y="350560"/>
                  <a:pt x="350036" y="338532"/>
                  <a:pt x="350036" y="323750"/>
                </a:cubicBezTo>
                <a:lnTo>
                  <a:pt x="350036" y="242478"/>
                </a:lnTo>
                <a:close/>
                <a:moveTo>
                  <a:pt x="70363" y="174363"/>
                </a:moveTo>
                <a:lnTo>
                  <a:pt x="70363" y="196194"/>
                </a:lnTo>
                <a:lnTo>
                  <a:pt x="93344" y="196194"/>
                </a:lnTo>
                <a:lnTo>
                  <a:pt x="93344" y="174363"/>
                </a:lnTo>
                <a:close/>
                <a:moveTo>
                  <a:pt x="145046" y="174362"/>
                </a:moveTo>
                <a:lnTo>
                  <a:pt x="236403" y="174362"/>
                </a:lnTo>
                <a:lnTo>
                  <a:pt x="236403" y="196194"/>
                </a:lnTo>
                <a:lnTo>
                  <a:pt x="145046" y="196194"/>
                </a:lnTo>
                <a:close/>
                <a:moveTo>
                  <a:pt x="48531" y="152531"/>
                </a:moveTo>
                <a:lnTo>
                  <a:pt x="115176" y="152531"/>
                </a:lnTo>
                <a:lnTo>
                  <a:pt x="115176" y="218026"/>
                </a:lnTo>
                <a:lnTo>
                  <a:pt x="48531" y="218026"/>
                </a:lnTo>
                <a:close/>
                <a:moveTo>
                  <a:pt x="145046" y="81833"/>
                </a:moveTo>
                <a:lnTo>
                  <a:pt x="236403" y="81833"/>
                </a:lnTo>
                <a:lnTo>
                  <a:pt x="236403" y="103665"/>
                </a:lnTo>
                <a:lnTo>
                  <a:pt x="145046" y="103665"/>
                </a:lnTo>
                <a:close/>
                <a:moveTo>
                  <a:pt x="70363" y="81832"/>
                </a:moveTo>
                <a:lnTo>
                  <a:pt x="70363" y="103663"/>
                </a:lnTo>
                <a:lnTo>
                  <a:pt x="93344" y="103663"/>
                </a:lnTo>
                <a:lnTo>
                  <a:pt x="93344" y="81832"/>
                </a:lnTo>
                <a:close/>
                <a:moveTo>
                  <a:pt x="48531" y="60000"/>
                </a:moveTo>
                <a:lnTo>
                  <a:pt x="115176" y="60000"/>
                </a:lnTo>
                <a:lnTo>
                  <a:pt x="115176" y="125495"/>
                </a:lnTo>
                <a:lnTo>
                  <a:pt x="48531" y="125495"/>
                </a:lnTo>
                <a:close/>
                <a:moveTo>
                  <a:pt x="22560" y="22036"/>
                </a:moveTo>
                <a:lnTo>
                  <a:pt x="22560" y="350560"/>
                </a:lnTo>
                <a:lnTo>
                  <a:pt x="275771" y="350560"/>
                </a:lnTo>
                <a:cubicBezTo>
                  <a:pt x="270442" y="342683"/>
                  <a:pt x="267534" y="333262"/>
                  <a:pt x="267534" y="323750"/>
                </a:cubicBezTo>
                <a:lnTo>
                  <a:pt x="267534" y="22036"/>
                </a:lnTo>
                <a:close/>
                <a:moveTo>
                  <a:pt x="0" y="0"/>
                </a:moveTo>
                <a:lnTo>
                  <a:pt x="289366" y="0"/>
                </a:lnTo>
                <a:lnTo>
                  <a:pt x="289366" y="220646"/>
                </a:lnTo>
                <a:lnTo>
                  <a:pt x="372596" y="220646"/>
                </a:lnTo>
                <a:lnTo>
                  <a:pt x="372596" y="323750"/>
                </a:lnTo>
                <a:cubicBezTo>
                  <a:pt x="372596" y="350571"/>
                  <a:pt x="348689" y="372595"/>
                  <a:pt x="320200" y="372595"/>
                </a:cubicBezTo>
                <a:lnTo>
                  <a:pt x="0" y="37259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390;p20">
            <a:extLst>
              <a:ext uri="{FF2B5EF4-FFF2-40B4-BE49-F238E27FC236}">
                <a16:creationId xmlns:a16="http://schemas.microsoft.com/office/drawing/2014/main" id="{C2B06850-0BA8-600A-B928-44012652685C}"/>
              </a:ext>
            </a:extLst>
          </p:cNvPr>
          <p:cNvSpPr txBox="1"/>
          <p:nvPr/>
        </p:nvSpPr>
        <p:spPr>
          <a:xfrm>
            <a:off x="9077216" y="1910980"/>
            <a:ext cx="2502631" cy="789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+mj-ea"/>
                <a:ea typeface="+mj-ea"/>
                <a:cs typeface="Lato"/>
                <a:sym typeface="Lato"/>
              </a:rPr>
              <a:t>A well - chosen color scheme can enhance the visual appeal of a car infographic</a:t>
            </a:r>
          </a:p>
        </p:txBody>
      </p:sp>
      <p:sp>
        <p:nvSpPr>
          <p:cNvPr id="13" name="Google Shape;395;p20">
            <a:extLst>
              <a:ext uri="{FF2B5EF4-FFF2-40B4-BE49-F238E27FC236}">
                <a16:creationId xmlns:a16="http://schemas.microsoft.com/office/drawing/2014/main" id="{242EDB24-EEEC-E610-3FA4-D2BACF10EA1B}"/>
              </a:ext>
            </a:extLst>
          </p:cNvPr>
          <p:cNvSpPr/>
          <p:nvPr/>
        </p:nvSpPr>
        <p:spPr>
          <a:xfrm>
            <a:off x="9177999" y="5321827"/>
            <a:ext cx="389253" cy="389252"/>
          </a:xfrm>
          <a:custGeom>
            <a:avLst/>
            <a:gdLst/>
            <a:ahLst/>
            <a:cxnLst/>
            <a:rect l="l" t="t" r="r" b="b"/>
            <a:pathLst>
              <a:path w="372596" h="372595" extrusionOk="0">
                <a:moveTo>
                  <a:pt x="70363" y="266893"/>
                </a:moveTo>
                <a:lnTo>
                  <a:pt x="70363" y="288724"/>
                </a:lnTo>
                <a:lnTo>
                  <a:pt x="93344" y="288724"/>
                </a:lnTo>
                <a:lnTo>
                  <a:pt x="93344" y="266893"/>
                </a:lnTo>
                <a:close/>
                <a:moveTo>
                  <a:pt x="145046" y="266892"/>
                </a:moveTo>
                <a:lnTo>
                  <a:pt x="236403" y="266892"/>
                </a:lnTo>
                <a:lnTo>
                  <a:pt x="236403" y="288724"/>
                </a:lnTo>
                <a:lnTo>
                  <a:pt x="145046" y="288724"/>
                </a:lnTo>
                <a:close/>
                <a:moveTo>
                  <a:pt x="48531" y="245061"/>
                </a:moveTo>
                <a:lnTo>
                  <a:pt x="115176" y="245061"/>
                </a:lnTo>
                <a:lnTo>
                  <a:pt x="115176" y="310556"/>
                </a:lnTo>
                <a:lnTo>
                  <a:pt x="48531" y="310556"/>
                </a:lnTo>
                <a:close/>
                <a:moveTo>
                  <a:pt x="289366" y="242478"/>
                </a:moveTo>
                <a:lnTo>
                  <a:pt x="289366" y="323750"/>
                </a:lnTo>
                <a:cubicBezTo>
                  <a:pt x="289366" y="341056"/>
                  <a:pt x="304481" y="350560"/>
                  <a:pt x="320200" y="350560"/>
                </a:cubicBezTo>
                <a:cubicBezTo>
                  <a:pt x="336651" y="350560"/>
                  <a:pt x="350036" y="338532"/>
                  <a:pt x="350036" y="323750"/>
                </a:cubicBezTo>
                <a:lnTo>
                  <a:pt x="350036" y="242478"/>
                </a:lnTo>
                <a:close/>
                <a:moveTo>
                  <a:pt x="70363" y="174363"/>
                </a:moveTo>
                <a:lnTo>
                  <a:pt x="70363" y="196194"/>
                </a:lnTo>
                <a:lnTo>
                  <a:pt x="93344" y="196194"/>
                </a:lnTo>
                <a:lnTo>
                  <a:pt x="93344" y="174363"/>
                </a:lnTo>
                <a:close/>
                <a:moveTo>
                  <a:pt x="145046" y="174362"/>
                </a:moveTo>
                <a:lnTo>
                  <a:pt x="236403" y="174362"/>
                </a:lnTo>
                <a:lnTo>
                  <a:pt x="236403" y="196194"/>
                </a:lnTo>
                <a:lnTo>
                  <a:pt x="145046" y="196194"/>
                </a:lnTo>
                <a:close/>
                <a:moveTo>
                  <a:pt x="48531" y="152531"/>
                </a:moveTo>
                <a:lnTo>
                  <a:pt x="115176" y="152531"/>
                </a:lnTo>
                <a:lnTo>
                  <a:pt x="115176" y="218026"/>
                </a:lnTo>
                <a:lnTo>
                  <a:pt x="48531" y="218026"/>
                </a:lnTo>
                <a:close/>
                <a:moveTo>
                  <a:pt x="145046" y="81833"/>
                </a:moveTo>
                <a:lnTo>
                  <a:pt x="236403" y="81833"/>
                </a:lnTo>
                <a:lnTo>
                  <a:pt x="236403" y="103665"/>
                </a:lnTo>
                <a:lnTo>
                  <a:pt x="145046" y="103665"/>
                </a:lnTo>
                <a:close/>
                <a:moveTo>
                  <a:pt x="70363" y="81832"/>
                </a:moveTo>
                <a:lnTo>
                  <a:pt x="70363" y="103663"/>
                </a:lnTo>
                <a:lnTo>
                  <a:pt x="93344" y="103663"/>
                </a:lnTo>
                <a:lnTo>
                  <a:pt x="93344" y="81832"/>
                </a:lnTo>
                <a:close/>
                <a:moveTo>
                  <a:pt x="48531" y="60000"/>
                </a:moveTo>
                <a:lnTo>
                  <a:pt x="115176" y="60000"/>
                </a:lnTo>
                <a:lnTo>
                  <a:pt x="115176" y="125495"/>
                </a:lnTo>
                <a:lnTo>
                  <a:pt x="48531" y="125495"/>
                </a:lnTo>
                <a:close/>
                <a:moveTo>
                  <a:pt x="22560" y="22036"/>
                </a:moveTo>
                <a:lnTo>
                  <a:pt x="22560" y="350560"/>
                </a:lnTo>
                <a:lnTo>
                  <a:pt x="275771" y="350560"/>
                </a:lnTo>
                <a:cubicBezTo>
                  <a:pt x="270442" y="342683"/>
                  <a:pt x="267534" y="333262"/>
                  <a:pt x="267534" y="323750"/>
                </a:cubicBezTo>
                <a:lnTo>
                  <a:pt x="267534" y="22036"/>
                </a:lnTo>
                <a:close/>
                <a:moveTo>
                  <a:pt x="0" y="0"/>
                </a:moveTo>
                <a:lnTo>
                  <a:pt x="289366" y="0"/>
                </a:lnTo>
                <a:lnTo>
                  <a:pt x="289366" y="220646"/>
                </a:lnTo>
                <a:lnTo>
                  <a:pt x="372596" y="220646"/>
                </a:lnTo>
                <a:lnTo>
                  <a:pt x="372596" y="323750"/>
                </a:lnTo>
                <a:cubicBezTo>
                  <a:pt x="372596" y="350571"/>
                  <a:pt x="348689" y="372595"/>
                  <a:pt x="320200" y="372595"/>
                </a:cubicBezTo>
                <a:lnTo>
                  <a:pt x="0" y="37259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396;p20">
            <a:extLst>
              <a:ext uri="{FF2B5EF4-FFF2-40B4-BE49-F238E27FC236}">
                <a16:creationId xmlns:a16="http://schemas.microsoft.com/office/drawing/2014/main" id="{24C7ED67-109D-8EA1-CD91-7CD8C0B96CBE}"/>
              </a:ext>
            </a:extLst>
          </p:cNvPr>
          <p:cNvSpPr txBox="1"/>
          <p:nvPr/>
        </p:nvSpPr>
        <p:spPr>
          <a:xfrm>
            <a:off x="9077216" y="5970912"/>
            <a:ext cx="2502631" cy="54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+mj-ea"/>
                <a:ea typeface="+mj-ea"/>
                <a:cs typeface="Lato"/>
                <a:sym typeface="Lato"/>
              </a:rPr>
              <a:t>Typography plays a vital role in readability</a:t>
            </a:r>
          </a:p>
        </p:txBody>
      </p:sp>
      <p:grpSp>
        <p:nvGrpSpPr>
          <p:cNvPr id="15" name="Google Shape;397;p20">
            <a:extLst>
              <a:ext uri="{FF2B5EF4-FFF2-40B4-BE49-F238E27FC236}">
                <a16:creationId xmlns:a16="http://schemas.microsoft.com/office/drawing/2014/main" id="{844D62D2-7817-333E-B142-2ED736D96DF0}"/>
              </a:ext>
            </a:extLst>
          </p:cNvPr>
          <p:cNvGrpSpPr/>
          <p:nvPr/>
        </p:nvGrpSpPr>
        <p:grpSpPr>
          <a:xfrm>
            <a:off x="9178000" y="2928819"/>
            <a:ext cx="2301065" cy="2029967"/>
            <a:chOff x="1246073" y="2509993"/>
            <a:chExt cx="1536700" cy="1943101"/>
          </a:xfrm>
        </p:grpSpPr>
        <p:cxnSp>
          <p:nvCxnSpPr>
            <p:cNvPr id="16" name="Google Shape;398;p20">
              <a:extLst>
                <a:ext uri="{FF2B5EF4-FFF2-40B4-BE49-F238E27FC236}">
                  <a16:creationId xmlns:a16="http://schemas.microsoft.com/office/drawing/2014/main" id="{7DC6721B-CAD5-5954-F585-C6554851EE22}"/>
                </a:ext>
              </a:extLst>
            </p:cNvPr>
            <p:cNvCxnSpPr/>
            <p:nvPr/>
          </p:nvCxnSpPr>
          <p:spPr>
            <a:xfrm>
              <a:off x="1246073" y="2509993"/>
              <a:ext cx="1536700" cy="0"/>
            </a:xfrm>
            <a:prstGeom prst="straightConnector1">
              <a:avLst/>
            </a:prstGeom>
            <a:noFill/>
            <a:ln w="9525" cap="flat" cmpd="sng">
              <a:solidFill>
                <a:srgbClr val="A5A5A5">
                  <a:alpha val="49803"/>
                </a:srgbClr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" name="Google Shape;399;p20">
              <a:extLst>
                <a:ext uri="{FF2B5EF4-FFF2-40B4-BE49-F238E27FC236}">
                  <a16:creationId xmlns:a16="http://schemas.microsoft.com/office/drawing/2014/main" id="{4F65548A-71F3-6721-E8C5-043B51C3231F}"/>
                </a:ext>
              </a:extLst>
            </p:cNvPr>
            <p:cNvCxnSpPr/>
            <p:nvPr/>
          </p:nvCxnSpPr>
          <p:spPr>
            <a:xfrm>
              <a:off x="1246073" y="4453094"/>
              <a:ext cx="1536700" cy="0"/>
            </a:xfrm>
            <a:prstGeom prst="straightConnector1">
              <a:avLst/>
            </a:prstGeom>
            <a:noFill/>
            <a:ln w="9525" cap="flat" cmpd="sng">
              <a:solidFill>
                <a:srgbClr val="A5A5A5">
                  <a:alpha val="49803"/>
                </a:srgbClr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" name="圆角矩形 35">
            <a:extLst>
              <a:ext uri="{FF2B5EF4-FFF2-40B4-BE49-F238E27FC236}">
                <a16:creationId xmlns:a16="http://schemas.microsoft.com/office/drawing/2014/main" id="{EE7BFBEF-0B40-C246-0E30-72BAA8EF38EB}"/>
              </a:ext>
            </a:extLst>
          </p:cNvPr>
          <p:cNvSpPr/>
          <p:nvPr/>
        </p:nvSpPr>
        <p:spPr>
          <a:xfrm>
            <a:off x="387131" y="1172874"/>
            <a:ext cx="8241862" cy="5281448"/>
          </a:xfrm>
          <a:prstGeom prst="roundRect">
            <a:avLst>
              <a:gd name="adj" fmla="val 2410"/>
            </a:avLst>
          </a:prstGeom>
          <a:solidFill>
            <a:schemeClr val="bg1"/>
          </a:solidFill>
          <a:ln w="6350">
            <a:noFill/>
            <a:prstDash val="dash"/>
          </a:ln>
          <a:effectLst>
            <a:outerShdw blurRad="584200" dist="152400" dir="5400000" sx="94000" sy="94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Sans R" pitchFamily="18" charset="-122"/>
            </a:endParaRPr>
          </a:p>
        </p:txBody>
      </p:sp>
      <p:sp>
        <p:nvSpPr>
          <p:cNvPr id="3" name="同侧圆角矩形 36">
            <a:extLst>
              <a:ext uri="{FF2B5EF4-FFF2-40B4-BE49-F238E27FC236}">
                <a16:creationId xmlns:a16="http://schemas.microsoft.com/office/drawing/2014/main" id="{11EEC606-D144-3327-235A-DE8B65BED592}"/>
              </a:ext>
            </a:extLst>
          </p:cNvPr>
          <p:cNvSpPr/>
          <p:nvPr/>
        </p:nvSpPr>
        <p:spPr>
          <a:xfrm>
            <a:off x="388187" y="1245325"/>
            <a:ext cx="8261827" cy="518711"/>
          </a:xfrm>
          <a:prstGeom prst="round2SameRect">
            <a:avLst>
              <a:gd name="adj1" fmla="val 15129"/>
              <a:gd name="adj2" fmla="val 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OPPOSans R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F1E65CD-E739-A005-CC1B-4AF0B3FF4E43}"/>
              </a:ext>
            </a:extLst>
          </p:cNvPr>
          <p:cNvSpPr txBox="1"/>
          <p:nvPr/>
        </p:nvSpPr>
        <p:spPr>
          <a:xfrm>
            <a:off x="660064" y="1424699"/>
            <a:ext cx="1614060" cy="184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1200">
                <a:solidFill>
                  <a:schemeClr val="bg1"/>
                </a:solidFill>
                <a:latin typeface="+mj-lt"/>
                <a:ea typeface="+mj-ea"/>
                <a:cs typeface="OPPOSans R" pitchFamily="18" charset="-122"/>
              </a:rPr>
              <a:t>User groups</a:t>
            </a:r>
            <a:endParaRPr kumimoji="1" lang="zh-CN" altLang="en-US" sz="1200" dirty="0">
              <a:solidFill>
                <a:schemeClr val="bg1"/>
              </a:solidFill>
              <a:latin typeface="+mj-lt"/>
              <a:ea typeface="+mj-ea"/>
              <a:cs typeface="OPPOSans R" pitchFamily="18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4C4DCC-3DB4-8A0C-1A55-288C78D10BDA}"/>
              </a:ext>
            </a:extLst>
          </p:cNvPr>
          <p:cNvSpPr txBox="1"/>
          <p:nvPr/>
        </p:nvSpPr>
        <p:spPr>
          <a:xfrm>
            <a:off x="960973" y="1938071"/>
            <a:ext cx="11041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  <a:cs typeface="OPPOSans B" pitchFamily="18" charset="-122"/>
              </a:rPr>
              <a:t>32.4%</a:t>
            </a:r>
          </a:p>
        </p:txBody>
      </p:sp>
      <p:sp>
        <p:nvSpPr>
          <p:cNvPr id="20" name="三角形 178">
            <a:extLst>
              <a:ext uri="{FF2B5EF4-FFF2-40B4-BE49-F238E27FC236}">
                <a16:creationId xmlns:a16="http://schemas.microsoft.com/office/drawing/2014/main" id="{A69DD658-8458-DF2E-F64C-ECD5BC382BB2}"/>
              </a:ext>
            </a:extLst>
          </p:cNvPr>
          <p:cNvSpPr/>
          <p:nvPr/>
        </p:nvSpPr>
        <p:spPr>
          <a:xfrm>
            <a:off x="620800" y="2005649"/>
            <a:ext cx="157506" cy="146460"/>
          </a:xfrm>
          <a:prstGeom prst="triangle">
            <a:avLst/>
          </a:prstGeom>
          <a:gradFill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</a:gradFill>
          <a:ln>
            <a:noFill/>
          </a:ln>
          <a:effectLst>
            <a:outerShdw blurRad="1270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OPPOSans R" pitchFamily="18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8F5E745-9EED-827A-87CD-06A490097E54}"/>
              </a:ext>
            </a:extLst>
          </p:cNvPr>
          <p:cNvSpPr txBox="1"/>
          <p:nvPr/>
        </p:nvSpPr>
        <p:spPr>
          <a:xfrm>
            <a:off x="718100" y="2360786"/>
            <a:ext cx="1248810" cy="1538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OPPOSans R" pitchFamily="18" charset="-122"/>
              </a:rPr>
              <a:t>20XX</a:t>
            </a:r>
            <a:r>
              <a:rPr lang="zh-CN" altLang="en-US" sz="1000" dirty="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OPPOSans R" pitchFamily="18" charset="-122"/>
              </a:rPr>
              <a:t> </a:t>
            </a:r>
            <a:r>
              <a:rPr lang="en-US" altLang="zh-CN" sz="1000" dirty="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OPPOSans R" pitchFamily="18" charset="-122"/>
              </a:rPr>
              <a:t>vs</a:t>
            </a:r>
            <a:r>
              <a:rPr lang="zh-CN" altLang="en-US" sz="1000" dirty="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OPPOSans R" pitchFamily="18" charset="-122"/>
              </a:rPr>
              <a:t> </a:t>
            </a:r>
            <a:r>
              <a:rPr lang="en-US" altLang="zh-CN" sz="1000" dirty="0">
                <a:solidFill>
                  <a:schemeClr val="bg2">
                    <a:lumMod val="75000"/>
                  </a:schemeClr>
                </a:solidFill>
                <a:latin typeface="+mj-ea"/>
                <a:ea typeface="+mj-ea"/>
                <a:cs typeface="OPPOSans R" pitchFamily="18" charset="-122"/>
              </a:rPr>
              <a:t>20XX</a:t>
            </a:r>
          </a:p>
        </p:txBody>
      </p:sp>
      <p:graphicFrame>
        <p:nvGraphicFramePr>
          <p:cNvPr id="22" name="图表 21">
            <a:extLst>
              <a:ext uri="{FF2B5EF4-FFF2-40B4-BE49-F238E27FC236}">
                <a16:creationId xmlns:a16="http://schemas.microsoft.com/office/drawing/2014/main" id="{4EDBD301-FF89-324F-61C6-0012806345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3949063"/>
              </p:ext>
            </p:extLst>
          </p:nvPr>
        </p:nvGraphicFramePr>
        <p:xfrm>
          <a:off x="589737" y="2594419"/>
          <a:ext cx="7797518" cy="3694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4" name="图片 23">
            <a:extLst>
              <a:ext uri="{FF2B5EF4-FFF2-40B4-BE49-F238E27FC236}">
                <a16:creationId xmlns:a16="http://schemas.microsoft.com/office/drawing/2014/main" id="{F555384A-2982-C26E-3BAB-625A8A03F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229" y="2868385"/>
            <a:ext cx="2371271" cy="237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36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>
            <a:extLst>
              <a:ext uri="{FF2B5EF4-FFF2-40B4-BE49-F238E27FC236}">
                <a16:creationId xmlns:a16="http://schemas.microsoft.com/office/drawing/2014/main" id="{33BC76BF-439E-5AC2-D4D8-5DFFE52FE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176" y="2474842"/>
            <a:ext cx="4621146" cy="462114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75854B5-59B9-AA08-A48B-58AC7129E86B}"/>
              </a:ext>
            </a:extLst>
          </p:cNvPr>
          <p:cNvSpPr txBox="1"/>
          <p:nvPr/>
        </p:nvSpPr>
        <p:spPr>
          <a:xfrm>
            <a:off x="2065779" y="213722"/>
            <a:ext cx="401117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2000" dirty="0">
                <a:solidFill>
                  <a:schemeClr val="accent1"/>
                </a:solidFill>
                <a:latin typeface="+mj-lt"/>
                <a:ea typeface="OPPOSans B" pitchFamily="18" charset="-122"/>
                <a:cs typeface="OPPOSans B" pitchFamily="18" charset="-122"/>
              </a:rPr>
              <a:t>Car Infographic</a:t>
            </a:r>
            <a:endParaRPr kumimoji="1" lang="zh-CN" altLang="en-US" sz="2000" dirty="0">
              <a:solidFill>
                <a:schemeClr val="accent1"/>
              </a:solidFill>
              <a:latin typeface="+mj-lt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2DB2AB-CEC1-926B-31BD-607BFF079FC0}"/>
              </a:ext>
            </a:extLst>
          </p:cNvPr>
          <p:cNvSpPr txBox="1"/>
          <p:nvPr/>
        </p:nvSpPr>
        <p:spPr>
          <a:xfrm>
            <a:off x="11482500" y="286660"/>
            <a:ext cx="3735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>
                <a:latin typeface="OPPOSans R" pitchFamily="18" charset="-122"/>
                <a:ea typeface="OPPOSans R" pitchFamily="18" charset="-122"/>
                <a:cs typeface="OPPOSans R" pitchFamily="18" charset="-122"/>
              </a:defRPr>
            </a:lvl1pPr>
          </a:lstStyle>
          <a:p>
            <a:pPr algn="r"/>
            <a:r>
              <a:rPr lang="en-US" altLang="zh-CN" sz="1200" dirty="0" err="1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  <a:cs typeface="OPPOSans H" pitchFamily="18" charset="-122"/>
              </a:rPr>
              <a:t>AiPPT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  <a:latin typeface="+mj-ea"/>
              <a:ea typeface="+mj-ea"/>
              <a:cs typeface="OPPOSans H" pitchFamily="18" charset="-122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62F30CCF-A0C6-B27C-C1C7-14321DB8CE15}"/>
              </a:ext>
            </a:extLst>
          </p:cNvPr>
          <p:cNvCxnSpPr>
            <a:cxnSpLocks/>
          </p:cNvCxnSpPr>
          <p:nvPr/>
        </p:nvCxnSpPr>
        <p:spPr>
          <a:xfrm>
            <a:off x="336000" y="724727"/>
            <a:ext cx="115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1925EDE0-81DC-A3F7-D43E-9BA8E00A3DD7}"/>
              </a:ext>
            </a:extLst>
          </p:cNvPr>
          <p:cNvSpPr/>
          <p:nvPr/>
        </p:nvSpPr>
        <p:spPr>
          <a:xfrm>
            <a:off x="340663" y="169610"/>
            <a:ext cx="1512000" cy="396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317500" dist="152400" dir="5400000" sx="90000" sy="9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OPPOSans R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8B7E56D-767B-F2F3-56F8-F46FB6F73A2F}"/>
              </a:ext>
            </a:extLst>
          </p:cNvPr>
          <p:cNvSpPr txBox="1"/>
          <p:nvPr/>
        </p:nvSpPr>
        <p:spPr>
          <a:xfrm>
            <a:off x="541666" y="298324"/>
            <a:ext cx="1109995" cy="138572"/>
          </a:xfrm>
          <a:custGeom>
            <a:avLst/>
            <a:gdLst>
              <a:gd name="connsiteX0" fmla="*/ 568487 w 1507141"/>
              <a:gd name="connsiteY0" fmla="*/ 37280 h 188151"/>
              <a:gd name="connsiteX1" fmla="*/ 560658 w 1507141"/>
              <a:gd name="connsiteY1" fmla="*/ 44876 h 188151"/>
              <a:gd name="connsiteX2" fmla="*/ 560658 w 1507141"/>
              <a:gd name="connsiteY2" fmla="*/ 44993 h 188151"/>
              <a:gd name="connsiteX3" fmla="*/ 560658 w 1507141"/>
              <a:gd name="connsiteY3" fmla="*/ 83208 h 188151"/>
              <a:gd name="connsiteX4" fmla="*/ 568370 w 1507141"/>
              <a:gd name="connsiteY4" fmla="*/ 90922 h 188151"/>
              <a:gd name="connsiteX5" fmla="*/ 568487 w 1507141"/>
              <a:gd name="connsiteY5" fmla="*/ 90920 h 188151"/>
              <a:gd name="connsiteX6" fmla="*/ 616284 w 1507141"/>
              <a:gd name="connsiteY6" fmla="*/ 90920 h 188151"/>
              <a:gd name="connsiteX7" fmla="*/ 644098 w 1507141"/>
              <a:gd name="connsiteY7" fmla="*/ 64977 h 188151"/>
              <a:gd name="connsiteX8" fmla="*/ 618289 w 1507141"/>
              <a:gd name="connsiteY8" fmla="*/ 37296 h 188151"/>
              <a:gd name="connsiteX9" fmla="*/ 617219 w 1507141"/>
              <a:gd name="connsiteY9" fmla="*/ 37280 h 188151"/>
              <a:gd name="connsiteX10" fmla="*/ 1415753 w 1507141"/>
              <a:gd name="connsiteY10" fmla="*/ 36113 h 188151"/>
              <a:gd name="connsiteX11" fmla="*/ 1415753 w 1507141"/>
              <a:gd name="connsiteY11" fmla="*/ 36230 h 188151"/>
              <a:gd name="connsiteX12" fmla="*/ 1355218 w 1507141"/>
              <a:gd name="connsiteY12" fmla="*/ 96530 h 188151"/>
              <a:gd name="connsiteX13" fmla="*/ 1415519 w 1507141"/>
              <a:gd name="connsiteY13" fmla="*/ 157065 h 188151"/>
              <a:gd name="connsiteX14" fmla="*/ 1476055 w 1507141"/>
              <a:gd name="connsiteY14" fmla="*/ 96763 h 188151"/>
              <a:gd name="connsiteX15" fmla="*/ 1476055 w 1507141"/>
              <a:gd name="connsiteY15" fmla="*/ 96646 h 188151"/>
              <a:gd name="connsiteX16" fmla="*/ 1415753 w 1507141"/>
              <a:gd name="connsiteY16" fmla="*/ 36113 h 188151"/>
              <a:gd name="connsiteX17" fmla="*/ 1026131 w 1507141"/>
              <a:gd name="connsiteY17" fmla="*/ 33069 h 188151"/>
              <a:gd name="connsiteX18" fmla="*/ 1025426 w 1507141"/>
              <a:gd name="connsiteY18" fmla="*/ 33074 h 188151"/>
              <a:gd name="connsiteX19" fmla="*/ 965594 w 1507141"/>
              <a:gd name="connsiteY19" fmla="*/ 94074 h 188151"/>
              <a:gd name="connsiteX20" fmla="*/ 1026596 w 1507141"/>
              <a:gd name="connsiteY20" fmla="*/ 153905 h 188151"/>
              <a:gd name="connsiteX21" fmla="*/ 1086429 w 1507141"/>
              <a:gd name="connsiteY21" fmla="*/ 93376 h 188151"/>
              <a:gd name="connsiteX22" fmla="*/ 1026131 w 1507141"/>
              <a:gd name="connsiteY22" fmla="*/ 33069 h 188151"/>
              <a:gd name="connsiteX23" fmla="*/ 246174 w 1507141"/>
              <a:gd name="connsiteY23" fmla="*/ 32839 h 188151"/>
              <a:gd name="connsiteX24" fmla="*/ 246174 w 1507141"/>
              <a:gd name="connsiteY24" fmla="*/ 33307 h 188151"/>
              <a:gd name="connsiteX25" fmla="*/ 185404 w 1507141"/>
              <a:gd name="connsiteY25" fmla="*/ 93842 h 188151"/>
              <a:gd name="connsiteX26" fmla="*/ 245940 w 1507141"/>
              <a:gd name="connsiteY26" fmla="*/ 154611 h 188151"/>
              <a:gd name="connsiteX27" fmla="*/ 306709 w 1507141"/>
              <a:gd name="connsiteY27" fmla="*/ 94074 h 188151"/>
              <a:gd name="connsiteX28" fmla="*/ 306709 w 1507141"/>
              <a:gd name="connsiteY28" fmla="*/ 93842 h 188151"/>
              <a:gd name="connsiteX29" fmla="*/ 246409 w 1507141"/>
              <a:gd name="connsiteY29" fmla="*/ 32839 h 188151"/>
              <a:gd name="connsiteX30" fmla="*/ 246174 w 1507141"/>
              <a:gd name="connsiteY30" fmla="*/ 32839 h 188151"/>
              <a:gd name="connsiteX31" fmla="*/ 537167 w 1507141"/>
              <a:gd name="connsiteY31" fmla="*/ 5610 h 188151"/>
              <a:gd name="connsiteX32" fmla="*/ 615933 w 1507141"/>
              <a:gd name="connsiteY32" fmla="*/ 5610 h 188151"/>
              <a:gd name="connsiteX33" fmla="*/ 657538 w 1507141"/>
              <a:gd name="connsiteY33" fmla="*/ 21971 h 188151"/>
              <a:gd name="connsiteX34" fmla="*/ 676002 w 1507141"/>
              <a:gd name="connsiteY34" fmla="*/ 62056 h 188151"/>
              <a:gd name="connsiteX35" fmla="*/ 648305 w 1507141"/>
              <a:gd name="connsiteY35" fmla="*/ 114059 h 188151"/>
              <a:gd name="connsiteX36" fmla="*/ 645501 w 1507141"/>
              <a:gd name="connsiteY36" fmla="*/ 123759 h 188151"/>
              <a:gd name="connsiteX37" fmla="*/ 668172 w 1507141"/>
              <a:gd name="connsiteY37" fmla="*/ 171323 h 188151"/>
              <a:gd name="connsiteX38" fmla="*/ 665552 w 1507141"/>
              <a:gd name="connsiteY38" fmla="*/ 181912 h 188151"/>
              <a:gd name="connsiteX39" fmla="*/ 661159 w 1507141"/>
              <a:gd name="connsiteY39" fmla="*/ 183010 h 188151"/>
              <a:gd name="connsiteX40" fmla="*/ 644448 w 1507141"/>
              <a:gd name="connsiteY40" fmla="*/ 181957 h 188151"/>
              <a:gd name="connsiteX41" fmla="*/ 637553 w 1507141"/>
              <a:gd name="connsiteY41" fmla="*/ 177517 h 188151"/>
              <a:gd name="connsiteX42" fmla="*/ 613362 w 1507141"/>
              <a:gd name="connsiteY42" fmla="*/ 126914 h 188151"/>
              <a:gd name="connsiteX43" fmla="*/ 606469 w 1507141"/>
              <a:gd name="connsiteY43" fmla="*/ 122591 h 188151"/>
              <a:gd name="connsiteX44" fmla="*/ 568487 w 1507141"/>
              <a:gd name="connsiteY44" fmla="*/ 122591 h 188151"/>
              <a:gd name="connsiteX45" fmla="*/ 560658 w 1507141"/>
              <a:gd name="connsiteY45" fmla="*/ 130187 h 188151"/>
              <a:gd name="connsiteX46" fmla="*/ 560658 w 1507141"/>
              <a:gd name="connsiteY46" fmla="*/ 130303 h 188151"/>
              <a:gd name="connsiteX47" fmla="*/ 560658 w 1507141"/>
              <a:gd name="connsiteY47" fmla="*/ 174128 h 188151"/>
              <a:gd name="connsiteX48" fmla="*/ 553062 w 1507141"/>
              <a:gd name="connsiteY48" fmla="*/ 181957 h 188151"/>
              <a:gd name="connsiteX49" fmla="*/ 552944 w 1507141"/>
              <a:gd name="connsiteY49" fmla="*/ 181957 h 188151"/>
              <a:gd name="connsiteX50" fmla="*/ 537167 w 1507141"/>
              <a:gd name="connsiteY50" fmla="*/ 181957 h 188151"/>
              <a:gd name="connsiteX51" fmla="*/ 529455 w 1507141"/>
              <a:gd name="connsiteY51" fmla="*/ 174128 h 188151"/>
              <a:gd name="connsiteX52" fmla="*/ 529455 w 1507141"/>
              <a:gd name="connsiteY52" fmla="*/ 13324 h 188151"/>
              <a:gd name="connsiteX53" fmla="*/ 537167 w 1507141"/>
              <a:gd name="connsiteY53" fmla="*/ 5610 h 188151"/>
              <a:gd name="connsiteX54" fmla="*/ 359883 w 1507141"/>
              <a:gd name="connsiteY54" fmla="*/ 5610 h 188151"/>
              <a:gd name="connsiteX55" fmla="*/ 376011 w 1507141"/>
              <a:gd name="connsiteY55" fmla="*/ 5610 h 188151"/>
              <a:gd name="connsiteX56" fmla="*/ 383725 w 1507141"/>
              <a:gd name="connsiteY56" fmla="*/ 13324 h 188151"/>
              <a:gd name="connsiteX57" fmla="*/ 383725 w 1507141"/>
              <a:gd name="connsiteY57" fmla="*/ 100504 h 188151"/>
              <a:gd name="connsiteX58" fmla="*/ 430583 w 1507141"/>
              <a:gd name="connsiteY58" fmla="*/ 152162 h 188151"/>
              <a:gd name="connsiteX59" fmla="*/ 482240 w 1507141"/>
              <a:gd name="connsiteY59" fmla="*/ 105303 h 188151"/>
              <a:gd name="connsiteX60" fmla="*/ 482240 w 1507141"/>
              <a:gd name="connsiteY60" fmla="*/ 100504 h 188151"/>
              <a:gd name="connsiteX61" fmla="*/ 482240 w 1507141"/>
              <a:gd name="connsiteY61" fmla="*/ 13324 h 188151"/>
              <a:gd name="connsiteX62" fmla="*/ 489954 w 1507141"/>
              <a:gd name="connsiteY62" fmla="*/ 5610 h 188151"/>
              <a:gd name="connsiteX63" fmla="*/ 506080 w 1507141"/>
              <a:gd name="connsiteY63" fmla="*/ 5610 h 188151"/>
              <a:gd name="connsiteX64" fmla="*/ 513795 w 1507141"/>
              <a:gd name="connsiteY64" fmla="*/ 13324 h 188151"/>
              <a:gd name="connsiteX65" fmla="*/ 513795 w 1507141"/>
              <a:gd name="connsiteY65" fmla="*/ 101088 h 188151"/>
              <a:gd name="connsiteX66" fmla="*/ 433157 w 1507141"/>
              <a:gd name="connsiteY66" fmla="*/ 181957 h 188151"/>
              <a:gd name="connsiteX67" fmla="*/ 433040 w 1507141"/>
              <a:gd name="connsiteY67" fmla="*/ 181957 h 188151"/>
              <a:gd name="connsiteX68" fmla="*/ 352171 w 1507141"/>
              <a:gd name="connsiteY68" fmla="*/ 101088 h 188151"/>
              <a:gd name="connsiteX69" fmla="*/ 352171 w 1507141"/>
              <a:gd name="connsiteY69" fmla="*/ 13324 h 188151"/>
              <a:gd name="connsiteX70" fmla="*/ 359883 w 1507141"/>
              <a:gd name="connsiteY70" fmla="*/ 5610 h 188151"/>
              <a:gd name="connsiteX71" fmla="*/ 141114 w 1507141"/>
              <a:gd name="connsiteY71" fmla="*/ 5610 h 188151"/>
              <a:gd name="connsiteX72" fmla="*/ 156306 w 1507141"/>
              <a:gd name="connsiteY72" fmla="*/ 5610 h 188151"/>
              <a:gd name="connsiteX73" fmla="*/ 163598 w 1507141"/>
              <a:gd name="connsiteY73" fmla="*/ 13722 h 188151"/>
              <a:gd name="connsiteX74" fmla="*/ 162500 w 1507141"/>
              <a:gd name="connsiteY74" fmla="*/ 17296 h 188151"/>
              <a:gd name="connsiteX75" fmla="*/ 99626 w 1507141"/>
              <a:gd name="connsiteY75" fmla="*/ 104244 h 188151"/>
              <a:gd name="connsiteX76" fmla="*/ 97523 w 1507141"/>
              <a:gd name="connsiteY76" fmla="*/ 110903 h 188151"/>
              <a:gd name="connsiteX77" fmla="*/ 97523 w 1507141"/>
              <a:gd name="connsiteY77" fmla="*/ 174245 h 188151"/>
              <a:gd name="connsiteX78" fmla="*/ 89810 w 1507141"/>
              <a:gd name="connsiteY78" fmla="*/ 181957 h 188151"/>
              <a:gd name="connsiteX79" fmla="*/ 73566 w 1507141"/>
              <a:gd name="connsiteY79" fmla="*/ 181957 h 188151"/>
              <a:gd name="connsiteX80" fmla="*/ 65853 w 1507141"/>
              <a:gd name="connsiteY80" fmla="*/ 174245 h 188151"/>
              <a:gd name="connsiteX81" fmla="*/ 65853 w 1507141"/>
              <a:gd name="connsiteY81" fmla="*/ 110903 h 188151"/>
              <a:gd name="connsiteX82" fmla="*/ 63749 w 1507141"/>
              <a:gd name="connsiteY82" fmla="*/ 104244 h 188151"/>
              <a:gd name="connsiteX83" fmla="*/ 1110 w 1507141"/>
              <a:gd name="connsiteY83" fmla="*/ 17880 h 188151"/>
              <a:gd name="connsiteX84" fmla="*/ 3730 w 1507141"/>
              <a:gd name="connsiteY84" fmla="*/ 7292 h 188151"/>
              <a:gd name="connsiteX85" fmla="*/ 7304 w 1507141"/>
              <a:gd name="connsiteY85" fmla="*/ 6194 h 188151"/>
              <a:gd name="connsiteX86" fmla="*/ 22964 w 1507141"/>
              <a:gd name="connsiteY86" fmla="*/ 6194 h 188151"/>
              <a:gd name="connsiteX87" fmla="*/ 28807 w 1507141"/>
              <a:gd name="connsiteY87" fmla="*/ 8882 h 188151"/>
              <a:gd name="connsiteX88" fmla="*/ 75552 w 1507141"/>
              <a:gd name="connsiteY88" fmla="*/ 74910 h 188151"/>
              <a:gd name="connsiteX89" fmla="*/ 81863 w 1507141"/>
              <a:gd name="connsiteY89" fmla="*/ 78065 h 188151"/>
              <a:gd name="connsiteX90" fmla="*/ 88057 w 1507141"/>
              <a:gd name="connsiteY90" fmla="*/ 74910 h 188151"/>
              <a:gd name="connsiteX91" fmla="*/ 134803 w 1507141"/>
              <a:gd name="connsiteY91" fmla="*/ 8882 h 188151"/>
              <a:gd name="connsiteX92" fmla="*/ 141114 w 1507141"/>
              <a:gd name="connsiteY92" fmla="*/ 5610 h 188151"/>
              <a:gd name="connsiteX93" fmla="*/ 1415286 w 1507141"/>
              <a:gd name="connsiteY93" fmla="*/ 4910 h 188151"/>
              <a:gd name="connsiteX94" fmla="*/ 1507141 w 1507141"/>
              <a:gd name="connsiteY94" fmla="*/ 96297 h 188151"/>
              <a:gd name="connsiteX95" fmla="*/ 1507141 w 1507141"/>
              <a:gd name="connsiteY95" fmla="*/ 96530 h 188151"/>
              <a:gd name="connsiteX96" fmla="*/ 1415753 w 1507141"/>
              <a:gd name="connsiteY96" fmla="*/ 188151 h 188151"/>
              <a:gd name="connsiteX97" fmla="*/ 1323898 w 1507141"/>
              <a:gd name="connsiteY97" fmla="*/ 96765 h 188151"/>
              <a:gd name="connsiteX98" fmla="*/ 1415286 w 1507141"/>
              <a:gd name="connsiteY98" fmla="*/ 4910 h 188151"/>
              <a:gd name="connsiteX99" fmla="*/ 792047 w 1507141"/>
              <a:gd name="connsiteY99" fmla="*/ 4091 h 188151"/>
              <a:gd name="connsiteX100" fmla="*/ 808875 w 1507141"/>
              <a:gd name="connsiteY100" fmla="*/ 4091 h 188151"/>
              <a:gd name="connsiteX101" fmla="*/ 816589 w 1507141"/>
              <a:gd name="connsiteY101" fmla="*/ 11805 h 188151"/>
              <a:gd name="connsiteX102" fmla="*/ 816589 w 1507141"/>
              <a:gd name="connsiteY102" fmla="*/ 144443 h 188151"/>
              <a:gd name="connsiteX103" fmla="*/ 824301 w 1507141"/>
              <a:gd name="connsiteY103" fmla="*/ 152157 h 188151"/>
              <a:gd name="connsiteX104" fmla="*/ 919780 w 1507141"/>
              <a:gd name="connsiteY104" fmla="*/ 152157 h 188151"/>
              <a:gd name="connsiteX105" fmla="*/ 927494 w 1507141"/>
              <a:gd name="connsiteY105" fmla="*/ 159870 h 188151"/>
              <a:gd name="connsiteX106" fmla="*/ 927494 w 1507141"/>
              <a:gd name="connsiteY106" fmla="*/ 175413 h 188151"/>
              <a:gd name="connsiteX107" fmla="*/ 920015 w 1507141"/>
              <a:gd name="connsiteY107" fmla="*/ 183125 h 188151"/>
              <a:gd name="connsiteX108" fmla="*/ 919780 w 1507141"/>
              <a:gd name="connsiteY108" fmla="*/ 183125 h 188151"/>
              <a:gd name="connsiteX109" fmla="*/ 792047 w 1507141"/>
              <a:gd name="connsiteY109" fmla="*/ 183125 h 188151"/>
              <a:gd name="connsiteX110" fmla="*/ 784335 w 1507141"/>
              <a:gd name="connsiteY110" fmla="*/ 175648 h 188151"/>
              <a:gd name="connsiteX111" fmla="*/ 784335 w 1507141"/>
              <a:gd name="connsiteY111" fmla="*/ 175413 h 188151"/>
              <a:gd name="connsiteX112" fmla="*/ 784335 w 1507141"/>
              <a:gd name="connsiteY112" fmla="*/ 11805 h 188151"/>
              <a:gd name="connsiteX113" fmla="*/ 792047 w 1507141"/>
              <a:gd name="connsiteY113" fmla="*/ 4091 h 188151"/>
              <a:gd name="connsiteX114" fmla="*/ 1025426 w 1507141"/>
              <a:gd name="connsiteY114" fmla="*/ 1754 h 188151"/>
              <a:gd name="connsiteX115" fmla="*/ 1117048 w 1507141"/>
              <a:gd name="connsiteY115" fmla="*/ 93376 h 188151"/>
              <a:gd name="connsiteX116" fmla="*/ 1025426 w 1507141"/>
              <a:gd name="connsiteY116" fmla="*/ 184996 h 188151"/>
              <a:gd name="connsiteX117" fmla="*/ 933805 w 1507141"/>
              <a:gd name="connsiteY117" fmla="*/ 93376 h 188151"/>
              <a:gd name="connsiteX118" fmla="*/ 1025426 w 1507141"/>
              <a:gd name="connsiteY118" fmla="*/ 1754 h 188151"/>
              <a:gd name="connsiteX119" fmla="*/ 247109 w 1507141"/>
              <a:gd name="connsiteY119" fmla="*/ 1522 h 188151"/>
              <a:gd name="connsiteX120" fmla="*/ 338497 w 1507141"/>
              <a:gd name="connsiteY120" fmla="*/ 93374 h 188151"/>
              <a:gd name="connsiteX121" fmla="*/ 246643 w 1507141"/>
              <a:gd name="connsiteY121" fmla="*/ 185230 h 188151"/>
              <a:gd name="connsiteX122" fmla="*/ 246174 w 1507141"/>
              <a:gd name="connsiteY122" fmla="*/ 185228 h 188151"/>
              <a:gd name="connsiteX123" fmla="*/ 154788 w 1507141"/>
              <a:gd name="connsiteY123" fmla="*/ 92908 h 188151"/>
              <a:gd name="connsiteX124" fmla="*/ 247109 w 1507141"/>
              <a:gd name="connsiteY124" fmla="*/ 1522 h 188151"/>
              <a:gd name="connsiteX125" fmla="*/ 1224681 w 1507141"/>
              <a:gd name="connsiteY125" fmla="*/ 1 h 188151"/>
              <a:gd name="connsiteX126" fmla="*/ 1253557 w 1507141"/>
              <a:gd name="connsiteY126" fmla="*/ 4696 h 188151"/>
              <a:gd name="connsiteX127" fmla="*/ 1279492 w 1507141"/>
              <a:gd name="connsiteY127" fmla="*/ 18231 h 188151"/>
              <a:gd name="connsiteX128" fmla="*/ 1292462 w 1507141"/>
              <a:gd name="connsiteY128" fmla="*/ 29917 h 188151"/>
              <a:gd name="connsiteX129" fmla="*/ 1292700 w 1507141"/>
              <a:gd name="connsiteY129" fmla="*/ 30251 h 188151"/>
              <a:gd name="connsiteX130" fmla="*/ 1290593 w 1507141"/>
              <a:gd name="connsiteY130" fmla="*/ 40787 h 188151"/>
              <a:gd name="connsiteX131" fmla="*/ 1277504 w 1507141"/>
              <a:gd name="connsiteY131" fmla="*/ 49902 h 188151"/>
              <a:gd name="connsiteX132" fmla="*/ 1267687 w 1507141"/>
              <a:gd name="connsiteY132" fmla="*/ 49083 h 188151"/>
              <a:gd name="connsiteX133" fmla="*/ 1264182 w 1507141"/>
              <a:gd name="connsiteY133" fmla="*/ 45811 h 188151"/>
              <a:gd name="connsiteX134" fmla="*/ 1263481 w 1507141"/>
              <a:gd name="connsiteY134" fmla="*/ 45110 h 188151"/>
              <a:gd name="connsiteX135" fmla="*/ 1224914 w 1507141"/>
              <a:gd name="connsiteY135" fmla="*/ 31204 h 188151"/>
              <a:gd name="connsiteX136" fmla="*/ 1222344 w 1507141"/>
              <a:gd name="connsiteY136" fmla="*/ 31204 h 188151"/>
              <a:gd name="connsiteX137" fmla="*/ 1218138 w 1507141"/>
              <a:gd name="connsiteY137" fmla="*/ 31204 h 188151"/>
              <a:gd name="connsiteX138" fmla="*/ 1207385 w 1507141"/>
              <a:gd name="connsiteY138" fmla="*/ 33424 h 188151"/>
              <a:gd name="connsiteX139" fmla="*/ 1165686 w 1507141"/>
              <a:gd name="connsiteY139" fmla="*/ 78148 h 188151"/>
              <a:gd name="connsiteX140" fmla="*/ 1211476 w 1507141"/>
              <a:gd name="connsiteY140" fmla="*/ 150288 h 188151"/>
              <a:gd name="connsiteX141" fmla="*/ 1216384 w 1507141"/>
              <a:gd name="connsiteY141" fmla="*/ 151222 h 188151"/>
              <a:gd name="connsiteX142" fmla="*/ 1217904 w 1507141"/>
              <a:gd name="connsiteY142" fmla="*/ 151222 h 188151"/>
              <a:gd name="connsiteX143" fmla="*/ 1229590 w 1507141"/>
              <a:gd name="connsiteY143" fmla="*/ 151222 h 188151"/>
              <a:gd name="connsiteX144" fmla="*/ 1238588 w 1507141"/>
              <a:gd name="connsiteY144" fmla="*/ 149937 h 188151"/>
              <a:gd name="connsiteX145" fmla="*/ 1240224 w 1507141"/>
              <a:gd name="connsiteY145" fmla="*/ 149937 h 188151"/>
              <a:gd name="connsiteX146" fmla="*/ 1241861 w 1507141"/>
              <a:gd name="connsiteY146" fmla="*/ 149937 h 188151"/>
              <a:gd name="connsiteX147" fmla="*/ 1248756 w 1507141"/>
              <a:gd name="connsiteY147" fmla="*/ 147482 h 188151"/>
              <a:gd name="connsiteX148" fmla="*/ 1250158 w 1507141"/>
              <a:gd name="connsiteY148" fmla="*/ 147482 h 188151"/>
              <a:gd name="connsiteX149" fmla="*/ 1251444 w 1507141"/>
              <a:gd name="connsiteY149" fmla="*/ 146899 h 188151"/>
              <a:gd name="connsiteX150" fmla="*/ 1252845 w 1507141"/>
              <a:gd name="connsiteY150" fmla="*/ 146197 h 188151"/>
              <a:gd name="connsiteX151" fmla="*/ 1256001 w 1507141"/>
              <a:gd name="connsiteY151" fmla="*/ 144560 h 188151"/>
              <a:gd name="connsiteX152" fmla="*/ 1256936 w 1507141"/>
              <a:gd name="connsiteY152" fmla="*/ 144560 h 188151"/>
              <a:gd name="connsiteX153" fmla="*/ 1277621 w 1507141"/>
              <a:gd name="connsiteY153" fmla="*/ 118500 h 188151"/>
              <a:gd name="connsiteX154" fmla="*/ 1276453 w 1507141"/>
              <a:gd name="connsiteY154" fmla="*/ 112307 h 188151"/>
              <a:gd name="connsiteX155" fmla="*/ 1271427 w 1507141"/>
              <a:gd name="connsiteY155" fmla="*/ 110203 h 188151"/>
              <a:gd name="connsiteX156" fmla="*/ 1237653 w 1507141"/>
              <a:gd name="connsiteY156" fmla="*/ 110203 h 188151"/>
              <a:gd name="connsiteX157" fmla="*/ 1229941 w 1507141"/>
              <a:gd name="connsiteY157" fmla="*/ 102490 h 188151"/>
              <a:gd name="connsiteX158" fmla="*/ 1229941 w 1507141"/>
              <a:gd name="connsiteY158" fmla="*/ 86714 h 188151"/>
              <a:gd name="connsiteX159" fmla="*/ 1237653 w 1507141"/>
              <a:gd name="connsiteY159" fmla="*/ 79000 h 188151"/>
              <a:gd name="connsiteX160" fmla="*/ 1307772 w 1507141"/>
              <a:gd name="connsiteY160" fmla="*/ 79000 h 188151"/>
              <a:gd name="connsiteX161" fmla="*/ 1308473 w 1507141"/>
              <a:gd name="connsiteY161" fmla="*/ 79000 h 188151"/>
              <a:gd name="connsiteX162" fmla="*/ 1312606 w 1507141"/>
              <a:gd name="connsiteY162" fmla="*/ 80432 h 188151"/>
              <a:gd name="connsiteX163" fmla="*/ 1314316 w 1507141"/>
              <a:gd name="connsiteY163" fmla="*/ 91037 h 188151"/>
              <a:gd name="connsiteX164" fmla="*/ 1314316 w 1507141"/>
              <a:gd name="connsiteY164" fmla="*/ 98868 h 188151"/>
              <a:gd name="connsiteX165" fmla="*/ 1283581 w 1507141"/>
              <a:gd name="connsiteY165" fmla="*/ 167233 h 188151"/>
              <a:gd name="connsiteX166" fmla="*/ 1280659 w 1507141"/>
              <a:gd name="connsiteY166" fmla="*/ 169686 h 188151"/>
              <a:gd name="connsiteX167" fmla="*/ 1279141 w 1507141"/>
              <a:gd name="connsiteY167" fmla="*/ 170973 h 188151"/>
              <a:gd name="connsiteX168" fmla="*/ 1276219 w 1507141"/>
              <a:gd name="connsiteY168" fmla="*/ 173076 h 188151"/>
              <a:gd name="connsiteX169" fmla="*/ 1274699 w 1507141"/>
              <a:gd name="connsiteY169" fmla="*/ 174128 h 188151"/>
              <a:gd name="connsiteX170" fmla="*/ 1271778 w 1507141"/>
              <a:gd name="connsiteY170" fmla="*/ 175997 h 188151"/>
              <a:gd name="connsiteX171" fmla="*/ 1271193 w 1507141"/>
              <a:gd name="connsiteY171" fmla="*/ 175997 h 188151"/>
              <a:gd name="connsiteX172" fmla="*/ 1269675 w 1507141"/>
              <a:gd name="connsiteY172" fmla="*/ 176933 h 188151"/>
              <a:gd name="connsiteX173" fmla="*/ 1266636 w 1507141"/>
              <a:gd name="connsiteY173" fmla="*/ 178685 h 188151"/>
              <a:gd name="connsiteX174" fmla="*/ 1265935 w 1507141"/>
              <a:gd name="connsiteY174" fmla="*/ 178685 h 188151"/>
              <a:gd name="connsiteX175" fmla="*/ 1261027 w 1507141"/>
              <a:gd name="connsiteY175" fmla="*/ 181022 h 188151"/>
              <a:gd name="connsiteX176" fmla="*/ 1260208 w 1507141"/>
              <a:gd name="connsiteY176" fmla="*/ 181022 h 188151"/>
              <a:gd name="connsiteX177" fmla="*/ 1257053 w 1507141"/>
              <a:gd name="connsiteY177" fmla="*/ 182191 h 188151"/>
              <a:gd name="connsiteX178" fmla="*/ 1255533 w 1507141"/>
              <a:gd name="connsiteY178" fmla="*/ 182191 h 188151"/>
              <a:gd name="connsiteX179" fmla="*/ 1254599 w 1507141"/>
              <a:gd name="connsiteY179" fmla="*/ 182191 h 188151"/>
              <a:gd name="connsiteX180" fmla="*/ 1252029 w 1507141"/>
              <a:gd name="connsiteY180" fmla="*/ 183127 h 188151"/>
              <a:gd name="connsiteX181" fmla="*/ 1250976 w 1507141"/>
              <a:gd name="connsiteY181" fmla="*/ 183127 h 188151"/>
              <a:gd name="connsiteX182" fmla="*/ 1249456 w 1507141"/>
              <a:gd name="connsiteY182" fmla="*/ 183127 h 188151"/>
              <a:gd name="connsiteX183" fmla="*/ 1248405 w 1507141"/>
              <a:gd name="connsiteY183" fmla="*/ 183127 h 188151"/>
              <a:gd name="connsiteX184" fmla="*/ 1245952 w 1507141"/>
              <a:gd name="connsiteY184" fmla="*/ 183127 h 188151"/>
              <a:gd name="connsiteX185" fmla="*/ 1244782 w 1507141"/>
              <a:gd name="connsiteY185" fmla="*/ 183127 h 188151"/>
              <a:gd name="connsiteX186" fmla="*/ 1243379 w 1507141"/>
              <a:gd name="connsiteY186" fmla="*/ 183127 h 188151"/>
              <a:gd name="connsiteX187" fmla="*/ 1242095 w 1507141"/>
              <a:gd name="connsiteY187" fmla="*/ 183127 h 188151"/>
              <a:gd name="connsiteX188" fmla="*/ 1239758 w 1507141"/>
              <a:gd name="connsiteY188" fmla="*/ 183127 h 188151"/>
              <a:gd name="connsiteX189" fmla="*/ 1238471 w 1507141"/>
              <a:gd name="connsiteY189" fmla="*/ 183127 h 188151"/>
              <a:gd name="connsiteX190" fmla="*/ 1237068 w 1507141"/>
              <a:gd name="connsiteY190" fmla="*/ 183127 h 188151"/>
              <a:gd name="connsiteX191" fmla="*/ 1235550 w 1507141"/>
              <a:gd name="connsiteY191" fmla="*/ 183127 h 188151"/>
              <a:gd name="connsiteX192" fmla="*/ 1233447 w 1507141"/>
              <a:gd name="connsiteY192" fmla="*/ 183127 h 188151"/>
              <a:gd name="connsiteX193" fmla="*/ 1224682 w 1507141"/>
              <a:gd name="connsiteY193" fmla="*/ 183127 h 188151"/>
              <a:gd name="connsiteX194" fmla="*/ 1218138 w 1507141"/>
              <a:gd name="connsiteY194" fmla="*/ 183127 h 188151"/>
              <a:gd name="connsiteX195" fmla="*/ 1129846 w 1507141"/>
              <a:gd name="connsiteY195" fmla="*/ 88292 h 188151"/>
              <a:gd name="connsiteX196" fmla="*/ 1188784 w 1507141"/>
              <a:gd name="connsiteY196" fmla="*/ 5923 h 188151"/>
              <a:gd name="connsiteX197" fmla="*/ 1224681 w 1507141"/>
              <a:gd name="connsiteY197" fmla="*/ 0 h 188151"/>
              <a:gd name="connsiteX198" fmla="*/ 1224682 w 1507141"/>
              <a:gd name="connsiteY198" fmla="*/ 0 h 188151"/>
              <a:gd name="connsiteX199" fmla="*/ 1224681 w 1507141"/>
              <a:gd name="connsiteY199" fmla="*/ 1 h 18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1507141" h="188151">
                <a:moveTo>
                  <a:pt x="568487" y="37280"/>
                </a:moveTo>
                <a:cubicBezTo>
                  <a:pt x="564228" y="37216"/>
                  <a:pt x="560722" y="40616"/>
                  <a:pt x="560658" y="44876"/>
                </a:cubicBezTo>
                <a:cubicBezTo>
                  <a:pt x="560658" y="44915"/>
                  <a:pt x="560658" y="44954"/>
                  <a:pt x="560658" y="44993"/>
                </a:cubicBezTo>
                <a:lnTo>
                  <a:pt x="560658" y="83208"/>
                </a:lnTo>
                <a:cubicBezTo>
                  <a:pt x="560656" y="87467"/>
                  <a:pt x="564110" y="90920"/>
                  <a:pt x="568370" y="90922"/>
                </a:cubicBezTo>
                <a:cubicBezTo>
                  <a:pt x="568409" y="90922"/>
                  <a:pt x="568448" y="90920"/>
                  <a:pt x="568487" y="90920"/>
                </a:cubicBezTo>
                <a:lnTo>
                  <a:pt x="616284" y="90920"/>
                </a:lnTo>
                <a:cubicBezTo>
                  <a:pt x="630990" y="91071"/>
                  <a:pt x="643227" y="79656"/>
                  <a:pt x="644098" y="64977"/>
                </a:cubicBezTo>
                <a:cubicBezTo>
                  <a:pt x="644615" y="50205"/>
                  <a:pt x="633059" y="37813"/>
                  <a:pt x="618289" y="37296"/>
                </a:cubicBezTo>
                <a:cubicBezTo>
                  <a:pt x="617931" y="37284"/>
                  <a:pt x="617575" y="37279"/>
                  <a:pt x="617219" y="37280"/>
                </a:cubicBezTo>
                <a:close/>
                <a:moveTo>
                  <a:pt x="1415753" y="36113"/>
                </a:moveTo>
                <a:lnTo>
                  <a:pt x="1415753" y="36230"/>
                </a:lnTo>
                <a:cubicBezTo>
                  <a:pt x="1382385" y="36164"/>
                  <a:pt x="1355282" y="63162"/>
                  <a:pt x="1355218" y="96530"/>
                </a:cubicBezTo>
                <a:cubicBezTo>
                  <a:pt x="1355153" y="129898"/>
                  <a:pt x="1382151" y="157001"/>
                  <a:pt x="1415519" y="157065"/>
                </a:cubicBezTo>
                <a:cubicBezTo>
                  <a:pt x="1448888" y="157129"/>
                  <a:pt x="1475991" y="130132"/>
                  <a:pt x="1476055" y="96763"/>
                </a:cubicBezTo>
                <a:cubicBezTo>
                  <a:pt x="1476055" y="96725"/>
                  <a:pt x="1476055" y="96686"/>
                  <a:pt x="1476055" y="96646"/>
                </a:cubicBezTo>
                <a:cubicBezTo>
                  <a:pt x="1476055" y="63306"/>
                  <a:pt x="1449095" y="36242"/>
                  <a:pt x="1415753" y="36113"/>
                </a:cubicBezTo>
                <a:close/>
                <a:moveTo>
                  <a:pt x="1026131" y="33069"/>
                </a:moveTo>
                <a:cubicBezTo>
                  <a:pt x="1025896" y="33069"/>
                  <a:pt x="1025662" y="33071"/>
                  <a:pt x="1025426" y="33074"/>
                </a:cubicBezTo>
                <a:cubicBezTo>
                  <a:pt x="992059" y="33396"/>
                  <a:pt x="965272" y="60707"/>
                  <a:pt x="965594" y="94074"/>
                </a:cubicBezTo>
                <a:cubicBezTo>
                  <a:pt x="965918" y="127440"/>
                  <a:pt x="993229" y="154228"/>
                  <a:pt x="1026596" y="153905"/>
                </a:cubicBezTo>
                <a:cubicBezTo>
                  <a:pt x="1059778" y="153584"/>
                  <a:pt x="1086492" y="126560"/>
                  <a:pt x="1086429" y="93376"/>
                </a:cubicBezTo>
                <a:cubicBezTo>
                  <a:pt x="1086431" y="60071"/>
                  <a:pt x="1059436" y="33073"/>
                  <a:pt x="1026131" y="33069"/>
                </a:cubicBezTo>
                <a:close/>
                <a:moveTo>
                  <a:pt x="246174" y="32839"/>
                </a:moveTo>
                <a:lnTo>
                  <a:pt x="246174" y="33307"/>
                </a:lnTo>
                <a:cubicBezTo>
                  <a:pt x="212676" y="33242"/>
                  <a:pt x="185469" y="60344"/>
                  <a:pt x="185404" y="93842"/>
                </a:cubicBezTo>
                <a:cubicBezTo>
                  <a:pt x="185340" y="127340"/>
                  <a:pt x="212442" y="154545"/>
                  <a:pt x="245940" y="154611"/>
                </a:cubicBezTo>
                <a:cubicBezTo>
                  <a:pt x="279438" y="154675"/>
                  <a:pt x="306645" y="127572"/>
                  <a:pt x="306709" y="94074"/>
                </a:cubicBezTo>
                <a:cubicBezTo>
                  <a:pt x="306709" y="93998"/>
                  <a:pt x="306709" y="93920"/>
                  <a:pt x="306709" y="93842"/>
                </a:cubicBezTo>
                <a:cubicBezTo>
                  <a:pt x="306904" y="60344"/>
                  <a:pt x="279905" y="33034"/>
                  <a:pt x="246409" y="32839"/>
                </a:cubicBezTo>
                <a:cubicBezTo>
                  <a:pt x="246331" y="32839"/>
                  <a:pt x="246252" y="32839"/>
                  <a:pt x="246174" y="32839"/>
                </a:cubicBezTo>
                <a:close/>
                <a:moveTo>
                  <a:pt x="537167" y="5610"/>
                </a:moveTo>
                <a:lnTo>
                  <a:pt x="615933" y="5610"/>
                </a:lnTo>
                <a:cubicBezTo>
                  <a:pt x="631375" y="5591"/>
                  <a:pt x="646246" y="11439"/>
                  <a:pt x="657538" y="21971"/>
                </a:cubicBezTo>
                <a:cubicBezTo>
                  <a:pt x="668790" y="32336"/>
                  <a:pt x="675437" y="46767"/>
                  <a:pt x="676002" y="62056"/>
                </a:cubicBezTo>
                <a:cubicBezTo>
                  <a:pt x="676825" y="83117"/>
                  <a:pt x="666241" y="102990"/>
                  <a:pt x="648305" y="114059"/>
                </a:cubicBezTo>
                <a:cubicBezTo>
                  <a:pt x="644999" y="116079"/>
                  <a:pt x="643782" y="120288"/>
                  <a:pt x="645501" y="123759"/>
                </a:cubicBezTo>
                <a:lnTo>
                  <a:pt x="668172" y="171323"/>
                </a:lnTo>
                <a:cubicBezTo>
                  <a:pt x="670373" y="174970"/>
                  <a:pt x="669199" y="179710"/>
                  <a:pt x="665552" y="181912"/>
                </a:cubicBezTo>
                <a:cubicBezTo>
                  <a:pt x="664230" y="182708"/>
                  <a:pt x="662702" y="183091"/>
                  <a:pt x="661159" y="183010"/>
                </a:cubicBezTo>
                <a:lnTo>
                  <a:pt x="644448" y="181957"/>
                </a:lnTo>
                <a:cubicBezTo>
                  <a:pt x="641488" y="181923"/>
                  <a:pt x="638809" y="180197"/>
                  <a:pt x="637553" y="177517"/>
                </a:cubicBezTo>
                <a:lnTo>
                  <a:pt x="613362" y="126914"/>
                </a:lnTo>
                <a:cubicBezTo>
                  <a:pt x="612097" y="124260"/>
                  <a:pt x="609410" y="122576"/>
                  <a:pt x="606469" y="122591"/>
                </a:cubicBezTo>
                <a:lnTo>
                  <a:pt x="568487" y="122591"/>
                </a:lnTo>
                <a:cubicBezTo>
                  <a:pt x="564228" y="122525"/>
                  <a:pt x="560722" y="125926"/>
                  <a:pt x="560658" y="130187"/>
                </a:cubicBezTo>
                <a:cubicBezTo>
                  <a:pt x="560658" y="130225"/>
                  <a:pt x="560658" y="130265"/>
                  <a:pt x="560658" y="130303"/>
                </a:cubicBezTo>
                <a:lnTo>
                  <a:pt x="560658" y="174128"/>
                </a:lnTo>
                <a:cubicBezTo>
                  <a:pt x="560722" y="178387"/>
                  <a:pt x="557321" y="181891"/>
                  <a:pt x="553062" y="181957"/>
                </a:cubicBezTo>
                <a:cubicBezTo>
                  <a:pt x="553023" y="181957"/>
                  <a:pt x="552983" y="181957"/>
                  <a:pt x="552944" y="181957"/>
                </a:cubicBezTo>
                <a:lnTo>
                  <a:pt x="537167" y="181957"/>
                </a:lnTo>
                <a:cubicBezTo>
                  <a:pt x="532889" y="181893"/>
                  <a:pt x="529455" y="178407"/>
                  <a:pt x="529455" y="174128"/>
                </a:cubicBezTo>
                <a:lnTo>
                  <a:pt x="529455" y="13324"/>
                </a:lnTo>
                <a:cubicBezTo>
                  <a:pt x="529517" y="9089"/>
                  <a:pt x="532933" y="5672"/>
                  <a:pt x="537167" y="5610"/>
                </a:cubicBezTo>
                <a:close/>
                <a:moveTo>
                  <a:pt x="359883" y="5610"/>
                </a:moveTo>
                <a:lnTo>
                  <a:pt x="376011" y="5610"/>
                </a:lnTo>
                <a:cubicBezTo>
                  <a:pt x="380271" y="5610"/>
                  <a:pt x="383725" y="9063"/>
                  <a:pt x="383725" y="13324"/>
                </a:cubicBezTo>
                <a:lnTo>
                  <a:pt x="383725" y="100504"/>
                </a:lnTo>
                <a:cubicBezTo>
                  <a:pt x="382398" y="127707"/>
                  <a:pt x="403378" y="150835"/>
                  <a:pt x="430583" y="152162"/>
                </a:cubicBezTo>
                <a:cubicBezTo>
                  <a:pt x="457787" y="153488"/>
                  <a:pt x="480915" y="132508"/>
                  <a:pt x="482240" y="105303"/>
                </a:cubicBezTo>
                <a:cubicBezTo>
                  <a:pt x="482318" y="103705"/>
                  <a:pt x="482318" y="102103"/>
                  <a:pt x="482240" y="100504"/>
                </a:cubicBezTo>
                <a:lnTo>
                  <a:pt x="482240" y="13324"/>
                </a:lnTo>
                <a:cubicBezTo>
                  <a:pt x="482303" y="9089"/>
                  <a:pt x="485721" y="5672"/>
                  <a:pt x="489954" y="5610"/>
                </a:cubicBezTo>
                <a:lnTo>
                  <a:pt x="506080" y="5610"/>
                </a:lnTo>
                <a:cubicBezTo>
                  <a:pt x="510341" y="5610"/>
                  <a:pt x="513795" y="9063"/>
                  <a:pt x="513795" y="13324"/>
                </a:cubicBezTo>
                <a:lnTo>
                  <a:pt x="513795" y="101088"/>
                </a:lnTo>
                <a:cubicBezTo>
                  <a:pt x="513859" y="145686"/>
                  <a:pt x="477756" y="181893"/>
                  <a:pt x="433157" y="181957"/>
                </a:cubicBezTo>
                <a:cubicBezTo>
                  <a:pt x="433118" y="181957"/>
                  <a:pt x="433079" y="181957"/>
                  <a:pt x="433040" y="181957"/>
                </a:cubicBezTo>
                <a:cubicBezTo>
                  <a:pt x="388378" y="181957"/>
                  <a:pt x="352171" y="145752"/>
                  <a:pt x="352171" y="101088"/>
                </a:cubicBezTo>
                <a:lnTo>
                  <a:pt x="352171" y="13324"/>
                </a:lnTo>
                <a:cubicBezTo>
                  <a:pt x="352171" y="9063"/>
                  <a:pt x="355625" y="5610"/>
                  <a:pt x="359883" y="5610"/>
                </a:cubicBezTo>
                <a:close/>
                <a:moveTo>
                  <a:pt x="141114" y="5610"/>
                </a:moveTo>
                <a:lnTo>
                  <a:pt x="156306" y="5610"/>
                </a:lnTo>
                <a:cubicBezTo>
                  <a:pt x="160559" y="5837"/>
                  <a:pt x="163823" y="9468"/>
                  <a:pt x="163598" y="13722"/>
                </a:cubicBezTo>
                <a:cubicBezTo>
                  <a:pt x="163530" y="14986"/>
                  <a:pt x="163152" y="16213"/>
                  <a:pt x="162500" y="17296"/>
                </a:cubicBezTo>
                <a:lnTo>
                  <a:pt x="99626" y="104244"/>
                </a:lnTo>
                <a:cubicBezTo>
                  <a:pt x="98219" y="106175"/>
                  <a:pt x="97480" y="108514"/>
                  <a:pt x="97523" y="110903"/>
                </a:cubicBezTo>
                <a:lnTo>
                  <a:pt x="97523" y="174245"/>
                </a:lnTo>
                <a:cubicBezTo>
                  <a:pt x="97460" y="178478"/>
                  <a:pt x="94044" y="181895"/>
                  <a:pt x="89810" y="181957"/>
                </a:cubicBezTo>
                <a:lnTo>
                  <a:pt x="73566" y="181957"/>
                </a:lnTo>
                <a:cubicBezTo>
                  <a:pt x="69333" y="181895"/>
                  <a:pt x="65916" y="178478"/>
                  <a:pt x="65853" y="174245"/>
                </a:cubicBezTo>
                <a:lnTo>
                  <a:pt x="65853" y="110903"/>
                </a:lnTo>
                <a:cubicBezTo>
                  <a:pt x="65896" y="108514"/>
                  <a:pt x="65157" y="106175"/>
                  <a:pt x="63749" y="104244"/>
                </a:cubicBezTo>
                <a:lnTo>
                  <a:pt x="1110" y="17880"/>
                </a:lnTo>
                <a:cubicBezTo>
                  <a:pt x="-1091" y="14234"/>
                  <a:pt x="83" y="9492"/>
                  <a:pt x="3730" y="7292"/>
                </a:cubicBezTo>
                <a:cubicBezTo>
                  <a:pt x="4813" y="6638"/>
                  <a:pt x="6040" y="6262"/>
                  <a:pt x="7304" y="6194"/>
                </a:cubicBezTo>
                <a:lnTo>
                  <a:pt x="22964" y="6194"/>
                </a:lnTo>
                <a:cubicBezTo>
                  <a:pt x="25210" y="6196"/>
                  <a:pt x="27343" y="7177"/>
                  <a:pt x="28807" y="8882"/>
                </a:cubicBezTo>
                <a:lnTo>
                  <a:pt x="75552" y="74910"/>
                </a:lnTo>
                <a:cubicBezTo>
                  <a:pt x="77036" y="76904"/>
                  <a:pt x="79378" y="78075"/>
                  <a:pt x="81863" y="78065"/>
                </a:cubicBezTo>
                <a:cubicBezTo>
                  <a:pt x="84316" y="78075"/>
                  <a:pt x="86623" y="76901"/>
                  <a:pt x="88057" y="74910"/>
                </a:cubicBezTo>
                <a:lnTo>
                  <a:pt x="134803" y="8882"/>
                </a:lnTo>
                <a:cubicBezTo>
                  <a:pt x="136248" y="6830"/>
                  <a:pt x="138602" y="5608"/>
                  <a:pt x="141114" y="5610"/>
                </a:cubicBezTo>
                <a:close/>
                <a:moveTo>
                  <a:pt x="1415286" y="4910"/>
                </a:moveTo>
                <a:cubicBezTo>
                  <a:pt x="1465887" y="4781"/>
                  <a:pt x="1507012" y="45696"/>
                  <a:pt x="1507141" y="96297"/>
                </a:cubicBezTo>
                <a:cubicBezTo>
                  <a:pt x="1507141" y="96375"/>
                  <a:pt x="1507141" y="96453"/>
                  <a:pt x="1507141" y="96530"/>
                </a:cubicBezTo>
                <a:cubicBezTo>
                  <a:pt x="1507077" y="147014"/>
                  <a:pt x="1466236" y="187958"/>
                  <a:pt x="1415753" y="188151"/>
                </a:cubicBezTo>
                <a:cubicBezTo>
                  <a:pt x="1365152" y="188280"/>
                  <a:pt x="1324027" y="147365"/>
                  <a:pt x="1323898" y="96765"/>
                </a:cubicBezTo>
                <a:cubicBezTo>
                  <a:pt x="1323769" y="46164"/>
                  <a:pt x="1364684" y="5039"/>
                  <a:pt x="1415286" y="4910"/>
                </a:cubicBezTo>
                <a:close/>
                <a:moveTo>
                  <a:pt x="792047" y="4091"/>
                </a:moveTo>
                <a:lnTo>
                  <a:pt x="808875" y="4091"/>
                </a:lnTo>
                <a:cubicBezTo>
                  <a:pt x="813135" y="4091"/>
                  <a:pt x="816589" y="7545"/>
                  <a:pt x="816589" y="11805"/>
                </a:cubicBezTo>
                <a:lnTo>
                  <a:pt x="816589" y="144443"/>
                </a:lnTo>
                <a:cubicBezTo>
                  <a:pt x="816589" y="148704"/>
                  <a:pt x="820043" y="152157"/>
                  <a:pt x="824301" y="152157"/>
                </a:cubicBezTo>
                <a:lnTo>
                  <a:pt x="919780" y="152157"/>
                </a:lnTo>
                <a:cubicBezTo>
                  <a:pt x="924040" y="152157"/>
                  <a:pt x="927494" y="155611"/>
                  <a:pt x="927494" y="159870"/>
                </a:cubicBezTo>
                <a:lnTo>
                  <a:pt x="927494" y="175413"/>
                </a:lnTo>
                <a:cubicBezTo>
                  <a:pt x="927558" y="179607"/>
                  <a:pt x="924210" y="183060"/>
                  <a:pt x="920015" y="183125"/>
                </a:cubicBezTo>
                <a:cubicBezTo>
                  <a:pt x="919937" y="183127"/>
                  <a:pt x="919858" y="183127"/>
                  <a:pt x="919780" y="183125"/>
                </a:cubicBezTo>
                <a:lnTo>
                  <a:pt x="792047" y="183125"/>
                </a:lnTo>
                <a:cubicBezTo>
                  <a:pt x="787853" y="183191"/>
                  <a:pt x="784400" y="179842"/>
                  <a:pt x="784335" y="175648"/>
                </a:cubicBezTo>
                <a:cubicBezTo>
                  <a:pt x="784333" y="175570"/>
                  <a:pt x="784333" y="175491"/>
                  <a:pt x="784335" y="175413"/>
                </a:cubicBezTo>
                <a:lnTo>
                  <a:pt x="784335" y="11805"/>
                </a:lnTo>
                <a:cubicBezTo>
                  <a:pt x="784335" y="7545"/>
                  <a:pt x="787787" y="4091"/>
                  <a:pt x="792047" y="4091"/>
                </a:cubicBezTo>
                <a:close/>
                <a:moveTo>
                  <a:pt x="1025426" y="1754"/>
                </a:moveTo>
                <a:cubicBezTo>
                  <a:pt x="1076028" y="1754"/>
                  <a:pt x="1117048" y="42774"/>
                  <a:pt x="1117048" y="93376"/>
                </a:cubicBezTo>
                <a:cubicBezTo>
                  <a:pt x="1117048" y="143976"/>
                  <a:pt x="1076028" y="184996"/>
                  <a:pt x="1025426" y="184996"/>
                </a:cubicBezTo>
                <a:cubicBezTo>
                  <a:pt x="974825" y="184996"/>
                  <a:pt x="933805" y="143976"/>
                  <a:pt x="933805" y="93376"/>
                </a:cubicBezTo>
                <a:cubicBezTo>
                  <a:pt x="933805" y="42774"/>
                  <a:pt x="974825" y="1754"/>
                  <a:pt x="1025426" y="1754"/>
                </a:cubicBezTo>
                <a:close/>
                <a:moveTo>
                  <a:pt x="247109" y="1522"/>
                </a:moveTo>
                <a:cubicBezTo>
                  <a:pt x="297657" y="1780"/>
                  <a:pt x="338497" y="42827"/>
                  <a:pt x="338497" y="93374"/>
                </a:cubicBezTo>
                <a:cubicBezTo>
                  <a:pt x="338497" y="144105"/>
                  <a:pt x="297373" y="185230"/>
                  <a:pt x="246643" y="185230"/>
                </a:cubicBezTo>
                <a:cubicBezTo>
                  <a:pt x="246487" y="185230"/>
                  <a:pt x="246330" y="185230"/>
                  <a:pt x="246174" y="185228"/>
                </a:cubicBezTo>
                <a:cubicBezTo>
                  <a:pt x="195445" y="184970"/>
                  <a:pt x="154528" y="143637"/>
                  <a:pt x="154788" y="92908"/>
                </a:cubicBezTo>
                <a:cubicBezTo>
                  <a:pt x="155045" y="42178"/>
                  <a:pt x="196379" y="1263"/>
                  <a:pt x="247109" y="1522"/>
                </a:cubicBezTo>
                <a:close/>
                <a:moveTo>
                  <a:pt x="1224681" y="1"/>
                </a:moveTo>
                <a:lnTo>
                  <a:pt x="1253557" y="4696"/>
                </a:lnTo>
                <a:cubicBezTo>
                  <a:pt x="1262811" y="7774"/>
                  <a:pt x="1271575" y="12325"/>
                  <a:pt x="1279492" y="18231"/>
                </a:cubicBezTo>
                <a:cubicBezTo>
                  <a:pt x="1284164" y="21722"/>
                  <a:pt x="1288505" y="25633"/>
                  <a:pt x="1292462" y="29917"/>
                </a:cubicBezTo>
                <a:cubicBezTo>
                  <a:pt x="1292546" y="30027"/>
                  <a:pt x="1292623" y="30139"/>
                  <a:pt x="1292700" y="30251"/>
                </a:cubicBezTo>
                <a:cubicBezTo>
                  <a:pt x="1295026" y="33742"/>
                  <a:pt x="1294084" y="38458"/>
                  <a:pt x="1290593" y="40787"/>
                </a:cubicBezTo>
                <a:lnTo>
                  <a:pt x="1277504" y="49902"/>
                </a:lnTo>
                <a:cubicBezTo>
                  <a:pt x="1274489" y="52127"/>
                  <a:pt x="1270293" y="51776"/>
                  <a:pt x="1267687" y="49083"/>
                </a:cubicBezTo>
                <a:lnTo>
                  <a:pt x="1264182" y="45811"/>
                </a:lnTo>
                <a:lnTo>
                  <a:pt x="1263481" y="45110"/>
                </a:lnTo>
                <a:cubicBezTo>
                  <a:pt x="1252659" y="36087"/>
                  <a:pt x="1239005" y="31163"/>
                  <a:pt x="1224914" y="31204"/>
                </a:cubicBezTo>
                <a:lnTo>
                  <a:pt x="1222344" y="31204"/>
                </a:lnTo>
                <a:lnTo>
                  <a:pt x="1218138" y="31204"/>
                </a:lnTo>
                <a:cubicBezTo>
                  <a:pt x="1214489" y="31593"/>
                  <a:pt x="1210890" y="32337"/>
                  <a:pt x="1207385" y="33424"/>
                </a:cubicBezTo>
                <a:cubicBezTo>
                  <a:pt x="1186411" y="39678"/>
                  <a:pt x="1170459" y="56787"/>
                  <a:pt x="1165686" y="78148"/>
                </a:cubicBezTo>
                <a:cubicBezTo>
                  <a:pt x="1158409" y="110714"/>
                  <a:pt x="1178911" y="143011"/>
                  <a:pt x="1211476" y="150288"/>
                </a:cubicBezTo>
                <a:lnTo>
                  <a:pt x="1216384" y="151222"/>
                </a:lnTo>
                <a:lnTo>
                  <a:pt x="1217904" y="151222"/>
                </a:lnTo>
                <a:lnTo>
                  <a:pt x="1229590" y="151222"/>
                </a:lnTo>
                <a:cubicBezTo>
                  <a:pt x="1232617" y="151015"/>
                  <a:pt x="1235625" y="150585"/>
                  <a:pt x="1238588" y="149937"/>
                </a:cubicBezTo>
                <a:lnTo>
                  <a:pt x="1240224" y="149937"/>
                </a:lnTo>
                <a:lnTo>
                  <a:pt x="1241861" y="149937"/>
                </a:lnTo>
                <a:lnTo>
                  <a:pt x="1248756" y="147482"/>
                </a:lnTo>
                <a:lnTo>
                  <a:pt x="1250158" y="147482"/>
                </a:lnTo>
                <a:lnTo>
                  <a:pt x="1251444" y="146899"/>
                </a:lnTo>
                <a:lnTo>
                  <a:pt x="1252845" y="146197"/>
                </a:lnTo>
                <a:lnTo>
                  <a:pt x="1256001" y="144560"/>
                </a:lnTo>
                <a:lnTo>
                  <a:pt x="1256936" y="144560"/>
                </a:lnTo>
                <a:cubicBezTo>
                  <a:pt x="1265859" y="137697"/>
                  <a:pt x="1272961" y="128748"/>
                  <a:pt x="1277621" y="118500"/>
                </a:cubicBezTo>
                <a:cubicBezTo>
                  <a:pt x="1278365" y="116375"/>
                  <a:pt x="1277919" y="114015"/>
                  <a:pt x="1276453" y="112307"/>
                </a:cubicBezTo>
                <a:cubicBezTo>
                  <a:pt x="1275145" y="110934"/>
                  <a:pt x="1273323" y="110171"/>
                  <a:pt x="1271427" y="110203"/>
                </a:cubicBezTo>
                <a:lnTo>
                  <a:pt x="1237653" y="110203"/>
                </a:lnTo>
                <a:cubicBezTo>
                  <a:pt x="1233393" y="110203"/>
                  <a:pt x="1229941" y="106750"/>
                  <a:pt x="1229941" y="102490"/>
                </a:cubicBezTo>
                <a:lnTo>
                  <a:pt x="1229941" y="86714"/>
                </a:lnTo>
                <a:cubicBezTo>
                  <a:pt x="1229941" y="82454"/>
                  <a:pt x="1233393" y="79000"/>
                  <a:pt x="1237653" y="79000"/>
                </a:cubicBezTo>
                <a:lnTo>
                  <a:pt x="1307772" y="79000"/>
                </a:lnTo>
                <a:lnTo>
                  <a:pt x="1308473" y="79000"/>
                </a:lnTo>
                <a:cubicBezTo>
                  <a:pt x="1309961" y="79061"/>
                  <a:pt x="1311398" y="79560"/>
                  <a:pt x="1312606" y="80432"/>
                </a:cubicBezTo>
                <a:cubicBezTo>
                  <a:pt x="1316008" y="82888"/>
                  <a:pt x="1316774" y="87636"/>
                  <a:pt x="1314316" y="91037"/>
                </a:cubicBezTo>
                <a:lnTo>
                  <a:pt x="1314316" y="98868"/>
                </a:lnTo>
                <a:cubicBezTo>
                  <a:pt x="1314518" y="125045"/>
                  <a:pt x="1303295" y="150009"/>
                  <a:pt x="1283581" y="167233"/>
                </a:cubicBezTo>
                <a:lnTo>
                  <a:pt x="1280659" y="169686"/>
                </a:lnTo>
                <a:lnTo>
                  <a:pt x="1279141" y="170973"/>
                </a:lnTo>
                <a:cubicBezTo>
                  <a:pt x="1278222" y="171747"/>
                  <a:pt x="1277245" y="172450"/>
                  <a:pt x="1276219" y="173076"/>
                </a:cubicBezTo>
                <a:lnTo>
                  <a:pt x="1274699" y="174128"/>
                </a:lnTo>
                <a:lnTo>
                  <a:pt x="1271778" y="175997"/>
                </a:lnTo>
                <a:lnTo>
                  <a:pt x="1271193" y="175997"/>
                </a:lnTo>
                <a:lnTo>
                  <a:pt x="1269675" y="176933"/>
                </a:lnTo>
                <a:lnTo>
                  <a:pt x="1266636" y="178685"/>
                </a:lnTo>
                <a:lnTo>
                  <a:pt x="1265935" y="178685"/>
                </a:lnTo>
                <a:lnTo>
                  <a:pt x="1261027" y="181022"/>
                </a:lnTo>
                <a:lnTo>
                  <a:pt x="1260208" y="181022"/>
                </a:lnTo>
                <a:lnTo>
                  <a:pt x="1257053" y="182191"/>
                </a:lnTo>
                <a:lnTo>
                  <a:pt x="1255533" y="182191"/>
                </a:lnTo>
                <a:lnTo>
                  <a:pt x="1254599" y="182191"/>
                </a:lnTo>
                <a:lnTo>
                  <a:pt x="1252029" y="183127"/>
                </a:lnTo>
                <a:lnTo>
                  <a:pt x="1250976" y="183127"/>
                </a:lnTo>
                <a:lnTo>
                  <a:pt x="1249456" y="183127"/>
                </a:lnTo>
                <a:lnTo>
                  <a:pt x="1248405" y="183127"/>
                </a:lnTo>
                <a:lnTo>
                  <a:pt x="1245952" y="183127"/>
                </a:lnTo>
                <a:lnTo>
                  <a:pt x="1244782" y="183127"/>
                </a:lnTo>
                <a:lnTo>
                  <a:pt x="1243379" y="183127"/>
                </a:lnTo>
                <a:lnTo>
                  <a:pt x="1242095" y="183127"/>
                </a:lnTo>
                <a:lnTo>
                  <a:pt x="1239758" y="183127"/>
                </a:lnTo>
                <a:lnTo>
                  <a:pt x="1238471" y="183127"/>
                </a:lnTo>
                <a:lnTo>
                  <a:pt x="1237068" y="183127"/>
                </a:lnTo>
                <a:lnTo>
                  <a:pt x="1235550" y="183127"/>
                </a:lnTo>
                <a:lnTo>
                  <a:pt x="1233447" y="183127"/>
                </a:lnTo>
                <a:lnTo>
                  <a:pt x="1224682" y="183127"/>
                </a:lnTo>
                <a:cubicBezTo>
                  <a:pt x="1222501" y="183205"/>
                  <a:pt x="1220319" y="183205"/>
                  <a:pt x="1218138" y="183127"/>
                </a:cubicBezTo>
                <a:cubicBezTo>
                  <a:pt x="1167568" y="181318"/>
                  <a:pt x="1128040" y="138860"/>
                  <a:pt x="1129846" y="88292"/>
                </a:cubicBezTo>
                <a:cubicBezTo>
                  <a:pt x="1131201" y="50365"/>
                  <a:pt x="1155424" y="18648"/>
                  <a:pt x="1188784" y="5923"/>
                </a:cubicBezTo>
                <a:close/>
                <a:moveTo>
                  <a:pt x="1224681" y="0"/>
                </a:moveTo>
                <a:lnTo>
                  <a:pt x="1224682" y="0"/>
                </a:lnTo>
                <a:lnTo>
                  <a:pt x="1224681" y="1"/>
                </a:lnTo>
                <a:close/>
              </a:path>
            </a:pathLst>
          </a:custGeom>
          <a:solidFill>
            <a:schemeClr val="bg1"/>
          </a:solidFill>
          <a:ln w="48068" cap="flat">
            <a:noFill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2">
            <a:extLst>
              <a:ext uri="{FF2B5EF4-FFF2-40B4-BE49-F238E27FC236}">
                <a16:creationId xmlns:a16="http://schemas.microsoft.com/office/drawing/2014/main" id="{438A0806-89ED-D7B5-01BD-BCB7A3A42B3F}"/>
              </a:ext>
            </a:extLst>
          </p:cNvPr>
          <p:cNvSpPr/>
          <p:nvPr/>
        </p:nvSpPr>
        <p:spPr>
          <a:xfrm>
            <a:off x="444500" y="3737314"/>
            <a:ext cx="6705600" cy="2378642"/>
          </a:xfrm>
          <a:prstGeom prst="roundRect">
            <a:avLst>
              <a:gd name="adj" fmla="val 5254"/>
            </a:avLst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4" name="Graphic 31">
            <a:extLst>
              <a:ext uri="{FF2B5EF4-FFF2-40B4-BE49-F238E27FC236}">
                <a16:creationId xmlns:a16="http://schemas.microsoft.com/office/drawing/2014/main" id="{D729EE84-0093-CBFC-8938-0F23AC7A6135}"/>
              </a:ext>
            </a:extLst>
          </p:cNvPr>
          <p:cNvGrpSpPr/>
          <p:nvPr/>
        </p:nvGrpSpPr>
        <p:grpSpPr>
          <a:xfrm>
            <a:off x="928469" y="3985114"/>
            <a:ext cx="5695950" cy="1755458"/>
            <a:chOff x="1245969" y="1768592"/>
            <a:chExt cx="5695950" cy="1755458"/>
          </a:xfrm>
        </p:grpSpPr>
        <p:sp>
          <p:nvSpPr>
            <p:cNvPr id="25" name="Freeform: Shape 80">
              <a:extLst>
                <a:ext uri="{FF2B5EF4-FFF2-40B4-BE49-F238E27FC236}">
                  <a16:creationId xmlns:a16="http://schemas.microsoft.com/office/drawing/2014/main" id="{CE695BA2-6C6A-E5A2-985D-5135CBA00D44}"/>
                </a:ext>
              </a:extLst>
            </p:cNvPr>
            <p:cNvSpPr/>
            <p:nvPr/>
          </p:nvSpPr>
          <p:spPr>
            <a:xfrm>
              <a:off x="1245969" y="1768592"/>
              <a:ext cx="5695950" cy="1419225"/>
            </a:xfrm>
            <a:custGeom>
              <a:avLst/>
              <a:gdLst>
                <a:gd name="connsiteX0" fmla="*/ -118 w 5695950"/>
                <a:gd name="connsiteY0" fmla="*/ 1419038 h 1419225"/>
                <a:gd name="connsiteX1" fmla="*/ 5695832 w 5695950"/>
                <a:gd name="connsiteY1" fmla="*/ 1419038 h 1419225"/>
                <a:gd name="connsiteX2" fmla="*/ -118 w 5695950"/>
                <a:gd name="connsiteY2" fmla="*/ 942788 h 1419225"/>
                <a:gd name="connsiteX3" fmla="*/ 5695832 w 5695950"/>
                <a:gd name="connsiteY3" fmla="*/ 942788 h 1419225"/>
                <a:gd name="connsiteX4" fmla="*/ -118 w 5695950"/>
                <a:gd name="connsiteY4" fmla="*/ 476063 h 1419225"/>
                <a:gd name="connsiteX5" fmla="*/ 5695832 w 5695950"/>
                <a:gd name="connsiteY5" fmla="*/ 476063 h 1419225"/>
                <a:gd name="connsiteX6" fmla="*/ -118 w 5695950"/>
                <a:gd name="connsiteY6" fmla="*/ -187 h 1419225"/>
                <a:gd name="connsiteX7" fmla="*/ 5695832 w 5695950"/>
                <a:gd name="connsiteY7" fmla="*/ -187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95950" h="1419225">
                  <a:moveTo>
                    <a:pt x="-118" y="1419038"/>
                  </a:moveTo>
                  <a:lnTo>
                    <a:pt x="5695832" y="1419038"/>
                  </a:lnTo>
                  <a:moveTo>
                    <a:pt x="-118" y="942788"/>
                  </a:moveTo>
                  <a:lnTo>
                    <a:pt x="5695832" y="942788"/>
                  </a:lnTo>
                  <a:moveTo>
                    <a:pt x="-118" y="476063"/>
                  </a:moveTo>
                  <a:lnTo>
                    <a:pt x="5695832" y="476063"/>
                  </a:lnTo>
                  <a:moveTo>
                    <a:pt x="-118" y="-187"/>
                  </a:moveTo>
                  <a:lnTo>
                    <a:pt x="5695832" y="-187"/>
                  </a:lnTo>
                </a:path>
              </a:pathLst>
            </a:custGeom>
            <a:noFill/>
            <a:ln w="9525" cap="flat">
              <a:solidFill>
                <a:srgbClr val="F2F2F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6" name="Freeform: Shape 81">
              <a:extLst>
                <a:ext uri="{FF2B5EF4-FFF2-40B4-BE49-F238E27FC236}">
                  <a16:creationId xmlns:a16="http://schemas.microsoft.com/office/drawing/2014/main" id="{CE904365-FA6F-74C0-E6BD-52565BC4A428}"/>
                </a:ext>
              </a:extLst>
            </p:cNvPr>
            <p:cNvSpPr/>
            <p:nvPr/>
          </p:nvSpPr>
          <p:spPr>
            <a:xfrm>
              <a:off x="1507907" y="2354380"/>
              <a:ext cx="400050" cy="828675"/>
            </a:xfrm>
            <a:custGeom>
              <a:avLst/>
              <a:gdLst>
                <a:gd name="connsiteX0" fmla="*/ -118 w 400050"/>
                <a:gd name="connsiteY0" fmla="*/ -187 h 828675"/>
                <a:gd name="connsiteX1" fmla="*/ 399932 w 400050"/>
                <a:gd name="connsiteY1" fmla="*/ -187 h 828675"/>
                <a:gd name="connsiteX2" fmla="*/ 399932 w 400050"/>
                <a:gd name="connsiteY2" fmla="*/ 828488 h 828675"/>
                <a:gd name="connsiteX3" fmla="*/ -118 w 400050"/>
                <a:gd name="connsiteY3" fmla="*/ 828488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050" h="828675">
                  <a:moveTo>
                    <a:pt x="-118" y="-187"/>
                  </a:moveTo>
                  <a:lnTo>
                    <a:pt x="399932" y="-187"/>
                  </a:lnTo>
                  <a:lnTo>
                    <a:pt x="399932" y="828488"/>
                  </a:lnTo>
                  <a:lnTo>
                    <a:pt x="-118" y="82848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7" name="Freeform: Shape 82">
              <a:extLst>
                <a:ext uri="{FF2B5EF4-FFF2-40B4-BE49-F238E27FC236}">
                  <a16:creationId xmlns:a16="http://schemas.microsoft.com/office/drawing/2014/main" id="{1937B6E9-257B-1D2C-932E-A7D9DC5A456A}"/>
                </a:ext>
              </a:extLst>
            </p:cNvPr>
            <p:cNvSpPr/>
            <p:nvPr/>
          </p:nvSpPr>
          <p:spPr>
            <a:xfrm>
              <a:off x="2308007" y="1887655"/>
              <a:ext cx="390525" cy="1295400"/>
            </a:xfrm>
            <a:custGeom>
              <a:avLst/>
              <a:gdLst>
                <a:gd name="connsiteX0" fmla="*/ -118 w 390525"/>
                <a:gd name="connsiteY0" fmla="*/ -187 h 1295400"/>
                <a:gd name="connsiteX1" fmla="*/ 390407 w 390525"/>
                <a:gd name="connsiteY1" fmla="*/ -187 h 1295400"/>
                <a:gd name="connsiteX2" fmla="*/ 390407 w 390525"/>
                <a:gd name="connsiteY2" fmla="*/ 1295213 h 1295400"/>
                <a:gd name="connsiteX3" fmla="*/ -118 w 390525"/>
                <a:gd name="connsiteY3" fmla="*/ 1295213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0525" h="1295400">
                  <a:moveTo>
                    <a:pt x="-118" y="-187"/>
                  </a:moveTo>
                  <a:lnTo>
                    <a:pt x="390407" y="-187"/>
                  </a:lnTo>
                  <a:lnTo>
                    <a:pt x="390407" y="1295213"/>
                  </a:lnTo>
                  <a:lnTo>
                    <a:pt x="-118" y="129521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8" name="Freeform: Shape 83">
              <a:extLst>
                <a:ext uri="{FF2B5EF4-FFF2-40B4-BE49-F238E27FC236}">
                  <a16:creationId xmlns:a16="http://schemas.microsoft.com/office/drawing/2014/main" id="{DA3C8C8C-5AFD-B665-4102-51651B8D65CE}"/>
                </a:ext>
              </a:extLst>
            </p:cNvPr>
            <p:cNvSpPr/>
            <p:nvPr/>
          </p:nvSpPr>
          <p:spPr>
            <a:xfrm>
              <a:off x="3098582" y="2592505"/>
              <a:ext cx="400050" cy="590550"/>
            </a:xfrm>
            <a:custGeom>
              <a:avLst/>
              <a:gdLst>
                <a:gd name="connsiteX0" fmla="*/ -118 w 400050"/>
                <a:gd name="connsiteY0" fmla="*/ -187 h 590550"/>
                <a:gd name="connsiteX1" fmla="*/ 399932 w 400050"/>
                <a:gd name="connsiteY1" fmla="*/ -187 h 590550"/>
                <a:gd name="connsiteX2" fmla="*/ 399932 w 400050"/>
                <a:gd name="connsiteY2" fmla="*/ 590363 h 590550"/>
                <a:gd name="connsiteX3" fmla="*/ -118 w 400050"/>
                <a:gd name="connsiteY3" fmla="*/ 590363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050" h="590550">
                  <a:moveTo>
                    <a:pt x="-118" y="-187"/>
                  </a:moveTo>
                  <a:lnTo>
                    <a:pt x="399932" y="-187"/>
                  </a:lnTo>
                  <a:lnTo>
                    <a:pt x="399932" y="590363"/>
                  </a:lnTo>
                  <a:lnTo>
                    <a:pt x="-118" y="590363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29" name="Freeform: Shape 84">
              <a:extLst>
                <a:ext uri="{FF2B5EF4-FFF2-40B4-BE49-F238E27FC236}">
                  <a16:creationId xmlns:a16="http://schemas.microsoft.com/office/drawing/2014/main" id="{D5D0BF56-C322-B58B-AA6E-AAB1AF11FE4A}"/>
                </a:ext>
              </a:extLst>
            </p:cNvPr>
            <p:cNvSpPr/>
            <p:nvPr/>
          </p:nvSpPr>
          <p:spPr>
            <a:xfrm>
              <a:off x="3898682" y="2725855"/>
              <a:ext cx="400050" cy="457200"/>
            </a:xfrm>
            <a:custGeom>
              <a:avLst/>
              <a:gdLst>
                <a:gd name="connsiteX0" fmla="*/ -118 w 400050"/>
                <a:gd name="connsiteY0" fmla="*/ -187 h 457200"/>
                <a:gd name="connsiteX1" fmla="*/ 399932 w 400050"/>
                <a:gd name="connsiteY1" fmla="*/ -187 h 457200"/>
                <a:gd name="connsiteX2" fmla="*/ 399932 w 400050"/>
                <a:gd name="connsiteY2" fmla="*/ 457013 h 457200"/>
                <a:gd name="connsiteX3" fmla="*/ -118 w 400050"/>
                <a:gd name="connsiteY3" fmla="*/ 457013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050" h="457200">
                  <a:moveTo>
                    <a:pt x="-118" y="-187"/>
                  </a:moveTo>
                  <a:lnTo>
                    <a:pt x="399932" y="-187"/>
                  </a:lnTo>
                  <a:lnTo>
                    <a:pt x="399932" y="457013"/>
                  </a:lnTo>
                  <a:lnTo>
                    <a:pt x="-118" y="457013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0" name="Freeform: Shape 85">
              <a:extLst>
                <a:ext uri="{FF2B5EF4-FFF2-40B4-BE49-F238E27FC236}">
                  <a16:creationId xmlns:a16="http://schemas.microsoft.com/office/drawing/2014/main" id="{552C40FA-E867-BDE1-7887-D63713BA4501}"/>
                </a:ext>
              </a:extLst>
            </p:cNvPr>
            <p:cNvSpPr/>
            <p:nvPr/>
          </p:nvSpPr>
          <p:spPr>
            <a:xfrm>
              <a:off x="4689257" y="2287705"/>
              <a:ext cx="400050" cy="895350"/>
            </a:xfrm>
            <a:custGeom>
              <a:avLst/>
              <a:gdLst>
                <a:gd name="connsiteX0" fmla="*/ -118 w 400050"/>
                <a:gd name="connsiteY0" fmla="*/ -187 h 895350"/>
                <a:gd name="connsiteX1" fmla="*/ 399932 w 400050"/>
                <a:gd name="connsiteY1" fmla="*/ -187 h 895350"/>
                <a:gd name="connsiteX2" fmla="*/ 399932 w 400050"/>
                <a:gd name="connsiteY2" fmla="*/ 895163 h 895350"/>
                <a:gd name="connsiteX3" fmla="*/ -118 w 400050"/>
                <a:gd name="connsiteY3" fmla="*/ 895163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050" h="895350">
                  <a:moveTo>
                    <a:pt x="-118" y="-187"/>
                  </a:moveTo>
                  <a:lnTo>
                    <a:pt x="399932" y="-187"/>
                  </a:lnTo>
                  <a:lnTo>
                    <a:pt x="399932" y="895163"/>
                  </a:lnTo>
                  <a:lnTo>
                    <a:pt x="-118" y="895163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1" name="Freeform: Shape 86">
              <a:extLst>
                <a:ext uri="{FF2B5EF4-FFF2-40B4-BE49-F238E27FC236}">
                  <a16:creationId xmlns:a16="http://schemas.microsoft.com/office/drawing/2014/main" id="{C932E586-AB3F-F943-1C07-BC2C9628A1DC}"/>
                </a:ext>
              </a:extLst>
            </p:cNvPr>
            <p:cNvSpPr/>
            <p:nvPr/>
          </p:nvSpPr>
          <p:spPr>
            <a:xfrm>
              <a:off x="5489357" y="2983030"/>
              <a:ext cx="400050" cy="200025"/>
            </a:xfrm>
            <a:custGeom>
              <a:avLst/>
              <a:gdLst>
                <a:gd name="connsiteX0" fmla="*/ -118 w 400050"/>
                <a:gd name="connsiteY0" fmla="*/ -187 h 200025"/>
                <a:gd name="connsiteX1" fmla="*/ 399932 w 400050"/>
                <a:gd name="connsiteY1" fmla="*/ -187 h 200025"/>
                <a:gd name="connsiteX2" fmla="*/ 399932 w 400050"/>
                <a:gd name="connsiteY2" fmla="*/ 199838 h 200025"/>
                <a:gd name="connsiteX3" fmla="*/ -118 w 400050"/>
                <a:gd name="connsiteY3" fmla="*/ 199838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050" h="200025">
                  <a:moveTo>
                    <a:pt x="-118" y="-187"/>
                  </a:moveTo>
                  <a:lnTo>
                    <a:pt x="399932" y="-187"/>
                  </a:lnTo>
                  <a:lnTo>
                    <a:pt x="399932" y="199838"/>
                  </a:lnTo>
                  <a:lnTo>
                    <a:pt x="-118" y="199838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2" name="Freeform: Shape 87">
              <a:extLst>
                <a:ext uri="{FF2B5EF4-FFF2-40B4-BE49-F238E27FC236}">
                  <a16:creationId xmlns:a16="http://schemas.microsoft.com/office/drawing/2014/main" id="{893AC836-B2A0-94FB-E71B-04D3AF817A56}"/>
                </a:ext>
              </a:extLst>
            </p:cNvPr>
            <p:cNvSpPr/>
            <p:nvPr/>
          </p:nvSpPr>
          <p:spPr>
            <a:xfrm>
              <a:off x="6279932" y="2859205"/>
              <a:ext cx="400050" cy="323850"/>
            </a:xfrm>
            <a:custGeom>
              <a:avLst/>
              <a:gdLst>
                <a:gd name="connsiteX0" fmla="*/ -118 w 400050"/>
                <a:gd name="connsiteY0" fmla="*/ -187 h 323850"/>
                <a:gd name="connsiteX1" fmla="*/ 399932 w 400050"/>
                <a:gd name="connsiteY1" fmla="*/ -187 h 323850"/>
                <a:gd name="connsiteX2" fmla="*/ 399932 w 400050"/>
                <a:gd name="connsiteY2" fmla="*/ 323663 h 323850"/>
                <a:gd name="connsiteX3" fmla="*/ -118 w 400050"/>
                <a:gd name="connsiteY3" fmla="*/ 323663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050" h="323850">
                  <a:moveTo>
                    <a:pt x="-118" y="-187"/>
                  </a:moveTo>
                  <a:lnTo>
                    <a:pt x="399932" y="-187"/>
                  </a:lnTo>
                  <a:lnTo>
                    <a:pt x="399932" y="323663"/>
                  </a:lnTo>
                  <a:lnTo>
                    <a:pt x="-118" y="323663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3" name="Freeform: Shape 88">
              <a:extLst>
                <a:ext uri="{FF2B5EF4-FFF2-40B4-BE49-F238E27FC236}">
                  <a16:creationId xmlns:a16="http://schemas.microsoft.com/office/drawing/2014/main" id="{954EB704-5F18-E242-E5EE-1B1DB248F9F6}"/>
                </a:ext>
              </a:extLst>
            </p:cNvPr>
            <p:cNvSpPr/>
            <p:nvPr/>
          </p:nvSpPr>
          <p:spPr>
            <a:xfrm>
              <a:off x="1403132" y="3402130"/>
              <a:ext cx="57150" cy="47625"/>
            </a:xfrm>
            <a:custGeom>
              <a:avLst/>
              <a:gdLst>
                <a:gd name="connsiteX0" fmla="*/ -118 w 57150"/>
                <a:gd name="connsiteY0" fmla="*/ -187 h 47625"/>
                <a:gd name="connsiteX1" fmla="*/ 57032 w 57150"/>
                <a:gd name="connsiteY1" fmla="*/ -187 h 47625"/>
                <a:gd name="connsiteX2" fmla="*/ 57032 w 57150"/>
                <a:gd name="connsiteY2" fmla="*/ 47438 h 47625"/>
                <a:gd name="connsiteX3" fmla="*/ -118 w 57150"/>
                <a:gd name="connsiteY3" fmla="*/ 4743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-118" y="-187"/>
                  </a:moveTo>
                  <a:lnTo>
                    <a:pt x="57032" y="-187"/>
                  </a:lnTo>
                  <a:lnTo>
                    <a:pt x="57032" y="47438"/>
                  </a:lnTo>
                  <a:lnTo>
                    <a:pt x="-118" y="47438"/>
                  </a:lnTo>
                  <a:close/>
                </a:path>
              </a:pathLst>
            </a:custGeom>
            <a:solidFill>
              <a:srgbClr val="0008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4" name="TextBox 89">
              <a:extLst>
                <a:ext uri="{FF2B5EF4-FFF2-40B4-BE49-F238E27FC236}">
                  <a16:creationId xmlns:a16="http://schemas.microsoft.com/office/drawing/2014/main" id="{EC42A17B-9CC3-C982-7DE1-A6844FA76381}"/>
                </a:ext>
              </a:extLst>
            </p:cNvPr>
            <p:cNvSpPr txBox="1"/>
            <p:nvPr/>
          </p:nvSpPr>
          <p:spPr>
            <a:xfrm>
              <a:off x="1387368" y="3308785"/>
              <a:ext cx="554355" cy="215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D" sz="825" spc="0" baseline="0">
                  <a:ln/>
                  <a:solidFill>
                    <a:srgbClr val="595959"/>
                  </a:solidFill>
                  <a:latin typeface="Calibri"/>
                  <a:cs typeface="Calibri"/>
                  <a:sym typeface="Calibri"/>
                  <a:rtl val="0"/>
                </a:rPr>
                <a:t>$23.678</a:t>
              </a:r>
            </a:p>
          </p:txBody>
        </p:sp>
        <p:sp>
          <p:nvSpPr>
            <p:cNvPr id="35" name="Freeform: Shape 90">
              <a:extLst>
                <a:ext uri="{FF2B5EF4-FFF2-40B4-BE49-F238E27FC236}">
                  <a16:creationId xmlns:a16="http://schemas.microsoft.com/office/drawing/2014/main" id="{797BB60D-D91B-C569-0DE2-1D164D3BF48B}"/>
                </a:ext>
              </a:extLst>
            </p:cNvPr>
            <p:cNvSpPr/>
            <p:nvPr/>
          </p:nvSpPr>
          <p:spPr>
            <a:xfrm>
              <a:off x="2069882" y="3402130"/>
              <a:ext cx="57150" cy="47625"/>
            </a:xfrm>
            <a:custGeom>
              <a:avLst/>
              <a:gdLst>
                <a:gd name="connsiteX0" fmla="*/ -118 w 57150"/>
                <a:gd name="connsiteY0" fmla="*/ -187 h 47625"/>
                <a:gd name="connsiteX1" fmla="*/ 57032 w 57150"/>
                <a:gd name="connsiteY1" fmla="*/ -187 h 47625"/>
                <a:gd name="connsiteX2" fmla="*/ 57032 w 57150"/>
                <a:gd name="connsiteY2" fmla="*/ 47438 h 47625"/>
                <a:gd name="connsiteX3" fmla="*/ -118 w 57150"/>
                <a:gd name="connsiteY3" fmla="*/ 4743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-118" y="-187"/>
                  </a:moveTo>
                  <a:lnTo>
                    <a:pt x="57032" y="-187"/>
                  </a:lnTo>
                  <a:lnTo>
                    <a:pt x="57032" y="47438"/>
                  </a:lnTo>
                  <a:lnTo>
                    <a:pt x="-118" y="47438"/>
                  </a:lnTo>
                  <a:close/>
                </a:path>
              </a:pathLst>
            </a:custGeom>
            <a:solidFill>
              <a:srgbClr val="000C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6" name="TextBox 91">
              <a:extLst>
                <a:ext uri="{FF2B5EF4-FFF2-40B4-BE49-F238E27FC236}">
                  <a16:creationId xmlns:a16="http://schemas.microsoft.com/office/drawing/2014/main" id="{2C579A34-B367-5AD1-0493-51CFC0EF4CBC}"/>
                </a:ext>
              </a:extLst>
            </p:cNvPr>
            <p:cNvSpPr txBox="1"/>
            <p:nvPr/>
          </p:nvSpPr>
          <p:spPr>
            <a:xfrm>
              <a:off x="2059585" y="3308785"/>
              <a:ext cx="611505" cy="215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D" sz="825" spc="0" baseline="0">
                  <a:ln/>
                  <a:solidFill>
                    <a:srgbClr val="595959"/>
                  </a:solidFill>
                  <a:latin typeface="Calibri"/>
                  <a:cs typeface="Calibri"/>
                  <a:sym typeface="Calibri"/>
                  <a:rtl val="0"/>
                </a:rPr>
                <a:t>$23.6782</a:t>
              </a:r>
            </a:p>
          </p:txBody>
        </p:sp>
        <p:sp>
          <p:nvSpPr>
            <p:cNvPr id="37" name="Freeform: Shape 92">
              <a:extLst>
                <a:ext uri="{FF2B5EF4-FFF2-40B4-BE49-F238E27FC236}">
                  <a16:creationId xmlns:a16="http://schemas.microsoft.com/office/drawing/2014/main" id="{A9EBC2E9-88B0-319A-0DDB-5F2AD44ECFFC}"/>
                </a:ext>
              </a:extLst>
            </p:cNvPr>
            <p:cNvSpPr/>
            <p:nvPr/>
          </p:nvSpPr>
          <p:spPr>
            <a:xfrm>
              <a:off x="2793782" y="3402130"/>
              <a:ext cx="57150" cy="47625"/>
            </a:xfrm>
            <a:custGeom>
              <a:avLst/>
              <a:gdLst>
                <a:gd name="connsiteX0" fmla="*/ -118 w 57150"/>
                <a:gd name="connsiteY0" fmla="*/ -187 h 47625"/>
                <a:gd name="connsiteX1" fmla="*/ 57032 w 57150"/>
                <a:gd name="connsiteY1" fmla="*/ -187 h 47625"/>
                <a:gd name="connsiteX2" fmla="*/ 57032 w 57150"/>
                <a:gd name="connsiteY2" fmla="*/ 47438 h 47625"/>
                <a:gd name="connsiteX3" fmla="*/ -118 w 57150"/>
                <a:gd name="connsiteY3" fmla="*/ 4743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-118" y="-187"/>
                  </a:moveTo>
                  <a:lnTo>
                    <a:pt x="57032" y="-187"/>
                  </a:lnTo>
                  <a:lnTo>
                    <a:pt x="57032" y="47438"/>
                  </a:lnTo>
                  <a:lnTo>
                    <a:pt x="-118" y="47438"/>
                  </a:lnTo>
                  <a:close/>
                </a:path>
              </a:pathLst>
            </a:custGeom>
            <a:solidFill>
              <a:srgbClr val="0010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8" name="TextBox 93">
              <a:extLst>
                <a:ext uri="{FF2B5EF4-FFF2-40B4-BE49-F238E27FC236}">
                  <a16:creationId xmlns:a16="http://schemas.microsoft.com/office/drawing/2014/main" id="{B351F5B4-FC4A-F24E-3CB2-35BA64E82FC6}"/>
                </a:ext>
              </a:extLst>
            </p:cNvPr>
            <p:cNvSpPr txBox="1"/>
            <p:nvPr/>
          </p:nvSpPr>
          <p:spPr>
            <a:xfrm>
              <a:off x="2783304" y="3308785"/>
              <a:ext cx="611505" cy="215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D" sz="825" spc="0" baseline="0">
                  <a:ln/>
                  <a:solidFill>
                    <a:srgbClr val="595959"/>
                  </a:solidFill>
                  <a:latin typeface="Calibri"/>
                  <a:cs typeface="Calibri"/>
                  <a:sym typeface="Calibri"/>
                  <a:rtl val="0"/>
                </a:rPr>
                <a:t>$23.6783</a:t>
              </a:r>
            </a:p>
          </p:txBody>
        </p:sp>
        <p:sp>
          <p:nvSpPr>
            <p:cNvPr id="39" name="Freeform: Shape 94">
              <a:extLst>
                <a:ext uri="{FF2B5EF4-FFF2-40B4-BE49-F238E27FC236}">
                  <a16:creationId xmlns:a16="http://schemas.microsoft.com/office/drawing/2014/main" id="{A18CF134-B66E-B969-37AF-39AAF048E6D6}"/>
                </a:ext>
              </a:extLst>
            </p:cNvPr>
            <p:cNvSpPr/>
            <p:nvPr/>
          </p:nvSpPr>
          <p:spPr>
            <a:xfrm>
              <a:off x="3517682" y="3402130"/>
              <a:ext cx="57150" cy="47625"/>
            </a:xfrm>
            <a:custGeom>
              <a:avLst/>
              <a:gdLst>
                <a:gd name="connsiteX0" fmla="*/ -118 w 57150"/>
                <a:gd name="connsiteY0" fmla="*/ -187 h 47625"/>
                <a:gd name="connsiteX1" fmla="*/ 57032 w 57150"/>
                <a:gd name="connsiteY1" fmla="*/ -187 h 47625"/>
                <a:gd name="connsiteX2" fmla="*/ 57032 w 57150"/>
                <a:gd name="connsiteY2" fmla="*/ 47438 h 47625"/>
                <a:gd name="connsiteX3" fmla="*/ -118 w 57150"/>
                <a:gd name="connsiteY3" fmla="*/ 4743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-118" y="-187"/>
                  </a:moveTo>
                  <a:lnTo>
                    <a:pt x="57032" y="-187"/>
                  </a:lnTo>
                  <a:lnTo>
                    <a:pt x="57032" y="47438"/>
                  </a:lnTo>
                  <a:lnTo>
                    <a:pt x="-118" y="47438"/>
                  </a:lnTo>
                  <a:close/>
                </a:path>
              </a:pathLst>
            </a:custGeom>
            <a:solidFill>
              <a:srgbClr val="003B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0" name="TextBox 95">
              <a:extLst>
                <a:ext uri="{FF2B5EF4-FFF2-40B4-BE49-F238E27FC236}">
                  <a16:creationId xmlns:a16="http://schemas.microsoft.com/office/drawing/2014/main" id="{2A0F21A5-6533-BD07-F473-8A5D56DDD6DA}"/>
                </a:ext>
              </a:extLst>
            </p:cNvPr>
            <p:cNvSpPr txBox="1"/>
            <p:nvPr/>
          </p:nvSpPr>
          <p:spPr>
            <a:xfrm>
              <a:off x="3507023" y="3308785"/>
              <a:ext cx="611505" cy="215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D" sz="825" spc="0" baseline="0">
                  <a:ln/>
                  <a:solidFill>
                    <a:srgbClr val="595959"/>
                  </a:solidFill>
                  <a:latin typeface="Calibri"/>
                  <a:cs typeface="Calibri"/>
                  <a:sym typeface="Calibri"/>
                  <a:rtl val="0"/>
                </a:rPr>
                <a:t>$23.6784</a:t>
              </a:r>
            </a:p>
          </p:txBody>
        </p:sp>
        <p:sp>
          <p:nvSpPr>
            <p:cNvPr id="41" name="Freeform: Shape 96">
              <a:extLst>
                <a:ext uri="{FF2B5EF4-FFF2-40B4-BE49-F238E27FC236}">
                  <a16:creationId xmlns:a16="http://schemas.microsoft.com/office/drawing/2014/main" id="{1060F723-2515-F19F-F473-982F28FF5C57}"/>
                </a:ext>
              </a:extLst>
            </p:cNvPr>
            <p:cNvSpPr/>
            <p:nvPr/>
          </p:nvSpPr>
          <p:spPr>
            <a:xfrm>
              <a:off x="4241582" y="3402130"/>
              <a:ext cx="57150" cy="47625"/>
            </a:xfrm>
            <a:custGeom>
              <a:avLst/>
              <a:gdLst>
                <a:gd name="connsiteX0" fmla="*/ -118 w 57150"/>
                <a:gd name="connsiteY0" fmla="*/ -187 h 47625"/>
                <a:gd name="connsiteX1" fmla="*/ 57032 w 57150"/>
                <a:gd name="connsiteY1" fmla="*/ -187 h 47625"/>
                <a:gd name="connsiteX2" fmla="*/ 57032 w 57150"/>
                <a:gd name="connsiteY2" fmla="*/ 47438 h 47625"/>
                <a:gd name="connsiteX3" fmla="*/ -118 w 57150"/>
                <a:gd name="connsiteY3" fmla="*/ 4743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-118" y="-187"/>
                  </a:moveTo>
                  <a:lnTo>
                    <a:pt x="57032" y="-187"/>
                  </a:lnTo>
                  <a:lnTo>
                    <a:pt x="57032" y="47438"/>
                  </a:lnTo>
                  <a:lnTo>
                    <a:pt x="-118" y="47438"/>
                  </a:lnTo>
                  <a:close/>
                </a:path>
              </a:pathLst>
            </a:custGeom>
            <a:solidFill>
              <a:srgbClr val="4D78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2" name="TextBox 97">
              <a:extLst>
                <a:ext uri="{FF2B5EF4-FFF2-40B4-BE49-F238E27FC236}">
                  <a16:creationId xmlns:a16="http://schemas.microsoft.com/office/drawing/2014/main" id="{F857B786-2E1B-5884-2E04-0AEAB771F424}"/>
                </a:ext>
              </a:extLst>
            </p:cNvPr>
            <p:cNvSpPr txBox="1"/>
            <p:nvPr/>
          </p:nvSpPr>
          <p:spPr>
            <a:xfrm>
              <a:off x="4230742" y="3308785"/>
              <a:ext cx="611505" cy="215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D" sz="825" spc="0" baseline="0">
                  <a:ln/>
                  <a:solidFill>
                    <a:srgbClr val="595959"/>
                  </a:solidFill>
                  <a:latin typeface="Calibri"/>
                  <a:cs typeface="Calibri"/>
                  <a:sym typeface="Calibri"/>
                  <a:rtl val="0"/>
                </a:rPr>
                <a:t>$23.6785</a:t>
              </a:r>
            </a:p>
          </p:txBody>
        </p:sp>
        <p:sp>
          <p:nvSpPr>
            <p:cNvPr id="43" name="Freeform: Shape 98">
              <a:extLst>
                <a:ext uri="{FF2B5EF4-FFF2-40B4-BE49-F238E27FC236}">
                  <a16:creationId xmlns:a16="http://schemas.microsoft.com/office/drawing/2014/main" id="{D0A0E0C3-4573-BF1C-95AB-E9EE3FE242AB}"/>
                </a:ext>
              </a:extLst>
            </p:cNvPr>
            <p:cNvSpPr/>
            <p:nvPr/>
          </p:nvSpPr>
          <p:spPr>
            <a:xfrm>
              <a:off x="4965482" y="3402130"/>
              <a:ext cx="57150" cy="47625"/>
            </a:xfrm>
            <a:custGeom>
              <a:avLst/>
              <a:gdLst>
                <a:gd name="connsiteX0" fmla="*/ -118 w 57150"/>
                <a:gd name="connsiteY0" fmla="*/ -187 h 47625"/>
                <a:gd name="connsiteX1" fmla="*/ 57032 w 57150"/>
                <a:gd name="connsiteY1" fmla="*/ -187 h 47625"/>
                <a:gd name="connsiteX2" fmla="*/ 57032 w 57150"/>
                <a:gd name="connsiteY2" fmla="*/ 47438 h 47625"/>
                <a:gd name="connsiteX3" fmla="*/ -118 w 57150"/>
                <a:gd name="connsiteY3" fmla="*/ 4743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-118" y="-187"/>
                  </a:moveTo>
                  <a:lnTo>
                    <a:pt x="57032" y="-187"/>
                  </a:lnTo>
                  <a:lnTo>
                    <a:pt x="57032" y="47438"/>
                  </a:lnTo>
                  <a:lnTo>
                    <a:pt x="-118" y="47438"/>
                  </a:lnTo>
                  <a:close/>
                </a:path>
              </a:pathLst>
            </a:custGeom>
            <a:solidFill>
              <a:srgbClr val="4D78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4" name="TextBox 99">
              <a:extLst>
                <a:ext uri="{FF2B5EF4-FFF2-40B4-BE49-F238E27FC236}">
                  <a16:creationId xmlns:a16="http://schemas.microsoft.com/office/drawing/2014/main" id="{222A7F3E-326B-E163-0707-3FDBAF09C79F}"/>
                </a:ext>
              </a:extLst>
            </p:cNvPr>
            <p:cNvSpPr txBox="1"/>
            <p:nvPr/>
          </p:nvSpPr>
          <p:spPr>
            <a:xfrm>
              <a:off x="4954461" y="3308785"/>
              <a:ext cx="668655" cy="215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D" sz="825" spc="0" baseline="0">
                  <a:ln/>
                  <a:solidFill>
                    <a:srgbClr val="595959"/>
                  </a:solidFill>
                  <a:latin typeface="Calibri"/>
                  <a:cs typeface="Calibri"/>
                  <a:sym typeface="Calibri"/>
                  <a:rtl val="0"/>
                </a:rPr>
                <a:t>$23.67852</a:t>
              </a:r>
            </a:p>
          </p:txBody>
        </p:sp>
        <p:sp>
          <p:nvSpPr>
            <p:cNvPr id="45" name="Freeform: Shape 100">
              <a:extLst>
                <a:ext uri="{FF2B5EF4-FFF2-40B4-BE49-F238E27FC236}">
                  <a16:creationId xmlns:a16="http://schemas.microsoft.com/office/drawing/2014/main" id="{A492020A-A568-D4EE-4681-81B7BD2CA62A}"/>
                </a:ext>
              </a:extLst>
            </p:cNvPr>
            <p:cNvSpPr/>
            <p:nvPr/>
          </p:nvSpPr>
          <p:spPr>
            <a:xfrm>
              <a:off x="5746532" y="3402130"/>
              <a:ext cx="47625" cy="47625"/>
            </a:xfrm>
            <a:custGeom>
              <a:avLst/>
              <a:gdLst>
                <a:gd name="connsiteX0" fmla="*/ -118 w 47625"/>
                <a:gd name="connsiteY0" fmla="*/ -187 h 47625"/>
                <a:gd name="connsiteX1" fmla="*/ 47507 w 47625"/>
                <a:gd name="connsiteY1" fmla="*/ -187 h 47625"/>
                <a:gd name="connsiteX2" fmla="*/ 47507 w 47625"/>
                <a:gd name="connsiteY2" fmla="*/ 47438 h 47625"/>
                <a:gd name="connsiteX3" fmla="*/ -118 w 47625"/>
                <a:gd name="connsiteY3" fmla="*/ 4743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47625">
                  <a:moveTo>
                    <a:pt x="-118" y="-187"/>
                  </a:moveTo>
                  <a:lnTo>
                    <a:pt x="47507" y="-187"/>
                  </a:lnTo>
                  <a:lnTo>
                    <a:pt x="47507" y="47438"/>
                  </a:lnTo>
                  <a:lnTo>
                    <a:pt x="-118" y="47438"/>
                  </a:lnTo>
                  <a:close/>
                </a:path>
              </a:pathLst>
            </a:custGeom>
            <a:solidFill>
              <a:srgbClr val="A6BC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46" name="TextBox 101">
              <a:extLst>
                <a:ext uri="{FF2B5EF4-FFF2-40B4-BE49-F238E27FC236}">
                  <a16:creationId xmlns:a16="http://schemas.microsoft.com/office/drawing/2014/main" id="{FCB6F25B-0385-850A-CC5C-5AA1DE399296}"/>
                </a:ext>
              </a:extLst>
            </p:cNvPr>
            <p:cNvSpPr txBox="1"/>
            <p:nvPr/>
          </p:nvSpPr>
          <p:spPr>
            <a:xfrm>
              <a:off x="5729672" y="3308785"/>
              <a:ext cx="668655" cy="215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ID" sz="825" spc="0" baseline="0">
                  <a:ln/>
                  <a:solidFill>
                    <a:srgbClr val="595959"/>
                  </a:solidFill>
                  <a:latin typeface="Calibri"/>
                  <a:cs typeface="Calibri"/>
                  <a:sym typeface="Calibri"/>
                  <a:rtl val="0"/>
                </a:rPr>
                <a:t>$23.67853</a:t>
              </a:r>
            </a:p>
          </p:txBody>
        </p:sp>
      </p:grpSp>
      <p:sp>
        <p:nvSpPr>
          <p:cNvPr id="2" name="圆角矩形 10">
            <a:extLst>
              <a:ext uri="{FF2B5EF4-FFF2-40B4-BE49-F238E27FC236}">
                <a16:creationId xmlns:a16="http://schemas.microsoft.com/office/drawing/2014/main" id="{A331210B-0CA6-3167-10EF-C6A29412C553}"/>
              </a:ext>
            </a:extLst>
          </p:cNvPr>
          <p:cNvSpPr/>
          <p:nvPr/>
        </p:nvSpPr>
        <p:spPr>
          <a:xfrm>
            <a:off x="344773" y="1698850"/>
            <a:ext cx="11520000" cy="1152000"/>
          </a:xfrm>
          <a:prstGeom prst="roundRect">
            <a:avLst>
              <a:gd name="adj" fmla="val 0"/>
            </a:avLst>
          </a:prstGeom>
          <a:gradFill>
            <a:gsLst>
              <a:gs pos="3000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3500000" scaled="1"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Sans R" pitchFamily="18" charset="-122"/>
            </a:endParaRPr>
          </a:p>
        </p:txBody>
      </p:sp>
      <p:sp>
        <p:nvSpPr>
          <p:cNvPr id="3" name="圆角矩形 11">
            <a:extLst>
              <a:ext uri="{FF2B5EF4-FFF2-40B4-BE49-F238E27FC236}">
                <a16:creationId xmlns:a16="http://schemas.microsoft.com/office/drawing/2014/main" id="{7A67886E-136E-2E6E-ED3C-CECCBE0A1ABD}"/>
              </a:ext>
            </a:extLst>
          </p:cNvPr>
          <p:cNvSpPr/>
          <p:nvPr/>
        </p:nvSpPr>
        <p:spPr>
          <a:xfrm>
            <a:off x="344773" y="1698850"/>
            <a:ext cx="3785970" cy="1152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Sans R" pitchFamily="18" charset="-122"/>
            </a:endParaRPr>
          </a:p>
        </p:txBody>
      </p:sp>
      <p:sp>
        <p:nvSpPr>
          <p:cNvPr id="47" name="圆角矩形 12">
            <a:extLst>
              <a:ext uri="{FF2B5EF4-FFF2-40B4-BE49-F238E27FC236}">
                <a16:creationId xmlns:a16="http://schemas.microsoft.com/office/drawing/2014/main" id="{C2A4C146-3193-4C3E-0C85-88DD8C74EF67}"/>
              </a:ext>
            </a:extLst>
          </p:cNvPr>
          <p:cNvSpPr/>
          <p:nvPr/>
        </p:nvSpPr>
        <p:spPr>
          <a:xfrm>
            <a:off x="4116000" y="1698850"/>
            <a:ext cx="3960000" cy="1152000"/>
          </a:xfrm>
          <a:prstGeom prst="roundRect">
            <a:avLst>
              <a:gd name="adj" fmla="val 0"/>
            </a:avLst>
          </a:prstGeom>
          <a:gradFill>
            <a:gsLst>
              <a:gs pos="30000">
                <a:schemeClr val="accent1">
                  <a:lumMod val="75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13500000" scaled="1"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OPPOSans R" pitchFamily="18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1EE345F-9797-29B2-69ED-3B693E0A930F}"/>
              </a:ext>
            </a:extLst>
          </p:cNvPr>
          <p:cNvSpPr txBox="1"/>
          <p:nvPr/>
        </p:nvSpPr>
        <p:spPr>
          <a:xfrm>
            <a:off x="4572376" y="2136351"/>
            <a:ext cx="31200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kumimoji="1" sz="1600">
                <a:solidFill>
                  <a:schemeClr val="bg1"/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defRPr>
            </a:lvl1pPr>
          </a:lstStyle>
          <a:p>
            <a:pPr algn="ctr"/>
            <a:r>
              <a:rPr lang="en-US" altLang="zh-CN" sz="1800">
                <a:latin typeface="+mj-lt"/>
                <a:ea typeface="+mj-ea"/>
                <a:cs typeface="OPPOSans M" pitchFamily="18" charset="-122"/>
              </a:rPr>
              <a:t>Fuel efficiency</a:t>
            </a:r>
            <a:endParaRPr lang="en-US" altLang="zh-CN" sz="1800" dirty="0">
              <a:latin typeface="+mj-lt"/>
              <a:ea typeface="+mj-ea"/>
              <a:cs typeface="OPPOSans M" pitchFamily="18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E158714-BBD3-7B24-8866-F00277D9CC8D}"/>
              </a:ext>
            </a:extLst>
          </p:cNvPr>
          <p:cNvSpPr txBox="1"/>
          <p:nvPr/>
        </p:nvSpPr>
        <p:spPr>
          <a:xfrm>
            <a:off x="8779588" y="2136351"/>
            <a:ext cx="257040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kumimoji="1" sz="1600">
                <a:solidFill>
                  <a:schemeClr val="bg1"/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defRPr>
            </a:lvl1pPr>
          </a:lstStyle>
          <a:p>
            <a:pPr algn="ctr"/>
            <a:r>
              <a:rPr lang="en-US" altLang="zh-CN" sz="1800" dirty="0">
                <a:latin typeface="+mj-lt"/>
                <a:ea typeface="+mj-ea"/>
                <a:cs typeface="OPPOSans M" pitchFamily="18" charset="-122"/>
              </a:rPr>
              <a:t>Acceleration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89382B8-8882-57E4-2E15-CF9B739894BE}"/>
              </a:ext>
            </a:extLst>
          </p:cNvPr>
          <p:cNvSpPr txBox="1"/>
          <p:nvPr/>
        </p:nvSpPr>
        <p:spPr>
          <a:xfrm>
            <a:off x="623608" y="2136351"/>
            <a:ext cx="322830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kumimoji="1" sz="1600">
                <a:solidFill>
                  <a:schemeClr val="bg1"/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defRPr>
            </a:lvl1pPr>
          </a:lstStyle>
          <a:p>
            <a:pPr algn="ctr"/>
            <a:r>
              <a:rPr lang="en-US" altLang="zh-CN" sz="1800">
                <a:latin typeface="+mj-lt"/>
                <a:ea typeface="+mj-ea"/>
                <a:cs typeface="OPPOSans M" pitchFamily="18" charset="-122"/>
              </a:rPr>
              <a:t>Engine power</a:t>
            </a:r>
            <a:endParaRPr lang="en-US" altLang="zh-CN" sz="1800" dirty="0">
              <a:latin typeface="+mj-lt"/>
              <a:ea typeface="+mj-ea"/>
              <a:cs typeface="OPPOSans M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4629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86F860C-47CF-6042-A112-C8351EFC99D5}"/>
              </a:ext>
            </a:extLst>
          </p:cNvPr>
          <p:cNvSpPr txBox="1"/>
          <p:nvPr/>
        </p:nvSpPr>
        <p:spPr>
          <a:xfrm>
            <a:off x="2065779" y="213722"/>
            <a:ext cx="401117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2000" dirty="0">
                <a:solidFill>
                  <a:schemeClr val="accent1"/>
                </a:solidFill>
                <a:latin typeface="+mj-lt"/>
                <a:ea typeface="OPPOSans B" pitchFamily="18" charset="-122"/>
                <a:cs typeface="OPPOSans B" pitchFamily="18" charset="-122"/>
              </a:rPr>
              <a:t>Car Infographic</a:t>
            </a:r>
            <a:endParaRPr kumimoji="1" lang="zh-CN" altLang="en-US" sz="2000" dirty="0">
              <a:solidFill>
                <a:schemeClr val="accent1"/>
              </a:solidFill>
              <a:latin typeface="+mj-lt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F3EC13-055F-9016-486A-738DA9D867F0}"/>
              </a:ext>
            </a:extLst>
          </p:cNvPr>
          <p:cNvSpPr txBox="1"/>
          <p:nvPr/>
        </p:nvSpPr>
        <p:spPr>
          <a:xfrm>
            <a:off x="11482500" y="286660"/>
            <a:ext cx="3735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>
                <a:latin typeface="OPPOSans R" pitchFamily="18" charset="-122"/>
                <a:ea typeface="OPPOSans R" pitchFamily="18" charset="-122"/>
                <a:cs typeface="OPPOSans R" pitchFamily="18" charset="-122"/>
              </a:defRPr>
            </a:lvl1pPr>
          </a:lstStyle>
          <a:p>
            <a:pPr algn="r"/>
            <a:r>
              <a:rPr lang="en-US" altLang="zh-CN" sz="1200" dirty="0" err="1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  <a:cs typeface="OPPOSans H" pitchFamily="18" charset="-122"/>
              </a:rPr>
              <a:t>AiPPT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  <a:latin typeface="+mj-ea"/>
              <a:ea typeface="+mj-ea"/>
              <a:cs typeface="OPPOSans H" pitchFamily="18" charset="-122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C5D9BBF3-E907-2273-5D17-55FCF46F3E3E}"/>
              </a:ext>
            </a:extLst>
          </p:cNvPr>
          <p:cNvCxnSpPr>
            <a:cxnSpLocks/>
          </p:cNvCxnSpPr>
          <p:nvPr/>
        </p:nvCxnSpPr>
        <p:spPr>
          <a:xfrm>
            <a:off x="336000" y="724727"/>
            <a:ext cx="115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4D2F1571-0A28-421F-56F4-9B993CFC3780}"/>
              </a:ext>
            </a:extLst>
          </p:cNvPr>
          <p:cNvSpPr/>
          <p:nvPr/>
        </p:nvSpPr>
        <p:spPr>
          <a:xfrm>
            <a:off x="340663" y="169610"/>
            <a:ext cx="1512000" cy="396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317500" dist="152400" dir="5400000" sx="90000" sy="9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OPPOSans R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174D79-1672-5EC4-AAA8-E6FC597ACFC8}"/>
              </a:ext>
            </a:extLst>
          </p:cNvPr>
          <p:cNvSpPr txBox="1"/>
          <p:nvPr/>
        </p:nvSpPr>
        <p:spPr>
          <a:xfrm>
            <a:off x="541666" y="298324"/>
            <a:ext cx="1109995" cy="138572"/>
          </a:xfrm>
          <a:custGeom>
            <a:avLst/>
            <a:gdLst>
              <a:gd name="connsiteX0" fmla="*/ 568487 w 1507141"/>
              <a:gd name="connsiteY0" fmla="*/ 37280 h 188151"/>
              <a:gd name="connsiteX1" fmla="*/ 560658 w 1507141"/>
              <a:gd name="connsiteY1" fmla="*/ 44876 h 188151"/>
              <a:gd name="connsiteX2" fmla="*/ 560658 w 1507141"/>
              <a:gd name="connsiteY2" fmla="*/ 44993 h 188151"/>
              <a:gd name="connsiteX3" fmla="*/ 560658 w 1507141"/>
              <a:gd name="connsiteY3" fmla="*/ 83208 h 188151"/>
              <a:gd name="connsiteX4" fmla="*/ 568370 w 1507141"/>
              <a:gd name="connsiteY4" fmla="*/ 90922 h 188151"/>
              <a:gd name="connsiteX5" fmla="*/ 568487 w 1507141"/>
              <a:gd name="connsiteY5" fmla="*/ 90920 h 188151"/>
              <a:gd name="connsiteX6" fmla="*/ 616284 w 1507141"/>
              <a:gd name="connsiteY6" fmla="*/ 90920 h 188151"/>
              <a:gd name="connsiteX7" fmla="*/ 644098 w 1507141"/>
              <a:gd name="connsiteY7" fmla="*/ 64977 h 188151"/>
              <a:gd name="connsiteX8" fmla="*/ 618289 w 1507141"/>
              <a:gd name="connsiteY8" fmla="*/ 37296 h 188151"/>
              <a:gd name="connsiteX9" fmla="*/ 617219 w 1507141"/>
              <a:gd name="connsiteY9" fmla="*/ 37280 h 188151"/>
              <a:gd name="connsiteX10" fmla="*/ 1415753 w 1507141"/>
              <a:gd name="connsiteY10" fmla="*/ 36113 h 188151"/>
              <a:gd name="connsiteX11" fmla="*/ 1415753 w 1507141"/>
              <a:gd name="connsiteY11" fmla="*/ 36230 h 188151"/>
              <a:gd name="connsiteX12" fmla="*/ 1355218 w 1507141"/>
              <a:gd name="connsiteY12" fmla="*/ 96530 h 188151"/>
              <a:gd name="connsiteX13" fmla="*/ 1415519 w 1507141"/>
              <a:gd name="connsiteY13" fmla="*/ 157065 h 188151"/>
              <a:gd name="connsiteX14" fmla="*/ 1476055 w 1507141"/>
              <a:gd name="connsiteY14" fmla="*/ 96763 h 188151"/>
              <a:gd name="connsiteX15" fmla="*/ 1476055 w 1507141"/>
              <a:gd name="connsiteY15" fmla="*/ 96646 h 188151"/>
              <a:gd name="connsiteX16" fmla="*/ 1415753 w 1507141"/>
              <a:gd name="connsiteY16" fmla="*/ 36113 h 188151"/>
              <a:gd name="connsiteX17" fmla="*/ 1026131 w 1507141"/>
              <a:gd name="connsiteY17" fmla="*/ 33069 h 188151"/>
              <a:gd name="connsiteX18" fmla="*/ 1025426 w 1507141"/>
              <a:gd name="connsiteY18" fmla="*/ 33074 h 188151"/>
              <a:gd name="connsiteX19" fmla="*/ 965594 w 1507141"/>
              <a:gd name="connsiteY19" fmla="*/ 94074 h 188151"/>
              <a:gd name="connsiteX20" fmla="*/ 1026596 w 1507141"/>
              <a:gd name="connsiteY20" fmla="*/ 153905 h 188151"/>
              <a:gd name="connsiteX21" fmla="*/ 1086429 w 1507141"/>
              <a:gd name="connsiteY21" fmla="*/ 93376 h 188151"/>
              <a:gd name="connsiteX22" fmla="*/ 1026131 w 1507141"/>
              <a:gd name="connsiteY22" fmla="*/ 33069 h 188151"/>
              <a:gd name="connsiteX23" fmla="*/ 246174 w 1507141"/>
              <a:gd name="connsiteY23" fmla="*/ 32839 h 188151"/>
              <a:gd name="connsiteX24" fmla="*/ 246174 w 1507141"/>
              <a:gd name="connsiteY24" fmla="*/ 33307 h 188151"/>
              <a:gd name="connsiteX25" fmla="*/ 185404 w 1507141"/>
              <a:gd name="connsiteY25" fmla="*/ 93842 h 188151"/>
              <a:gd name="connsiteX26" fmla="*/ 245940 w 1507141"/>
              <a:gd name="connsiteY26" fmla="*/ 154611 h 188151"/>
              <a:gd name="connsiteX27" fmla="*/ 306709 w 1507141"/>
              <a:gd name="connsiteY27" fmla="*/ 94074 h 188151"/>
              <a:gd name="connsiteX28" fmla="*/ 306709 w 1507141"/>
              <a:gd name="connsiteY28" fmla="*/ 93842 h 188151"/>
              <a:gd name="connsiteX29" fmla="*/ 246409 w 1507141"/>
              <a:gd name="connsiteY29" fmla="*/ 32839 h 188151"/>
              <a:gd name="connsiteX30" fmla="*/ 246174 w 1507141"/>
              <a:gd name="connsiteY30" fmla="*/ 32839 h 188151"/>
              <a:gd name="connsiteX31" fmla="*/ 537167 w 1507141"/>
              <a:gd name="connsiteY31" fmla="*/ 5610 h 188151"/>
              <a:gd name="connsiteX32" fmla="*/ 615933 w 1507141"/>
              <a:gd name="connsiteY32" fmla="*/ 5610 h 188151"/>
              <a:gd name="connsiteX33" fmla="*/ 657538 w 1507141"/>
              <a:gd name="connsiteY33" fmla="*/ 21971 h 188151"/>
              <a:gd name="connsiteX34" fmla="*/ 676002 w 1507141"/>
              <a:gd name="connsiteY34" fmla="*/ 62056 h 188151"/>
              <a:gd name="connsiteX35" fmla="*/ 648305 w 1507141"/>
              <a:gd name="connsiteY35" fmla="*/ 114059 h 188151"/>
              <a:gd name="connsiteX36" fmla="*/ 645501 w 1507141"/>
              <a:gd name="connsiteY36" fmla="*/ 123759 h 188151"/>
              <a:gd name="connsiteX37" fmla="*/ 668172 w 1507141"/>
              <a:gd name="connsiteY37" fmla="*/ 171323 h 188151"/>
              <a:gd name="connsiteX38" fmla="*/ 665552 w 1507141"/>
              <a:gd name="connsiteY38" fmla="*/ 181912 h 188151"/>
              <a:gd name="connsiteX39" fmla="*/ 661159 w 1507141"/>
              <a:gd name="connsiteY39" fmla="*/ 183010 h 188151"/>
              <a:gd name="connsiteX40" fmla="*/ 644448 w 1507141"/>
              <a:gd name="connsiteY40" fmla="*/ 181957 h 188151"/>
              <a:gd name="connsiteX41" fmla="*/ 637553 w 1507141"/>
              <a:gd name="connsiteY41" fmla="*/ 177517 h 188151"/>
              <a:gd name="connsiteX42" fmla="*/ 613362 w 1507141"/>
              <a:gd name="connsiteY42" fmla="*/ 126914 h 188151"/>
              <a:gd name="connsiteX43" fmla="*/ 606469 w 1507141"/>
              <a:gd name="connsiteY43" fmla="*/ 122591 h 188151"/>
              <a:gd name="connsiteX44" fmla="*/ 568487 w 1507141"/>
              <a:gd name="connsiteY44" fmla="*/ 122591 h 188151"/>
              <a:gd name="connsiteX45" fmla="*/ 560658 w 1507141"/>
              <a:gd name="connsiteY45" fmla="*/ 130187 h 188151"/>
              <a:gd name="connsiteX46" fmla="*/ 560658 w 1507141"/>
              <a:gd name="connsiteY46" fmla="*/ 130303 h 188151"/>
              <a:gd name="connsiteX47" fmla="*/ 560658 w 1507141"/>
              <a:gd name="connsiteY47" fmla="*/ 174128 h 188151"/>
              <a:gd name="connsiteX48" fmla="*/ 553062 w 1507141"/>
              <a:gd name="connsiteY48" fmla="*/ 181957 h 188151"/>
              <a:gd name="connsiteX49" fmla="*/ 552944 w 1507141"/>
              <a:gd name="connsiteY49" fmla="*/ 181957 h 188151"/>
              <a:gd name="connsiteX50" fmla="*/ 537167 w 1507141"/>
              <a:gd name="connsiteY50" fmla="*/ 181957 h 188151"/>
              <a:gd name="connsiteX51" fmla="*/ 529455 w 1507141"/>
              <a:gd name="connsiteY51" fmla="*/ 174128 h 188151"/>
              <a:gd name="connsiteX52" fmla="*/ 529455 w 1507141"/>
              <a:gd name="connsiteY52" fmla="*/ 13324 h 188151"/>
              <a:gd name="connsiteX53" fmla="*/ 537167 w 1507141"/>
              <a:gd name="connsiteY53" fmla="*/ 5610 h 188151"/>
              <a:gd name="connsiteX54" fmla="*/ 359883 w 1507141"/>
              <a:gd name="connsiteY54" fmla="*/ 5610 h 188151"/>
              <a:gd name="connsiteX55" fmla="*/ 376011 w 1507141"/>
              <a:gd name="connsiteY55" fmla="*/ 5610 h 188151"/>
              <a:gd name="connsiteX56" fmla="*/ 383725 w 1507141"/>
              <a:gd name="connsiteY56" fmla="*/ 13324 h 188151"/>
              <a:gd name="connsiteX57" fmla="*/ 383725 w 1507141"/>
              <a:gd name="connsiteY57" fmla="*/ 100504 h 188151"/>
              <a:gd name="connsiteX58" fmla="*/ 430583 w 1507141"/>
              <a:gd name="connsiteY58" fmla="*/ 152162 h 188151"/>
              <a:gd name="connsiteX59" fmla="*/ 482240 w 1507141"/>
              <a:gd name="connsiteY59" fmla="*/ 105303 h 188151"/>
              <a:gd name="connsiteX60" fmla="*/ 482240 w 1507141"/>
              <a:gd name="connsiteY60" fmla="*/ 100504 h 188151"/>
              <a:gd name="connsiteX61" fmla="*/ 482240 w 1507141"/>
              <a:gd name="connsiteY61" fmla="*/ 13324 h 188151"/>
              <a:gd name="connsiteX62" fmla="*/ 489954 w 1507141"/>
              <a:gd name="connsiteY62" fmla="*/ 5610 h 188151"/>
              <a:gd name="connsiteX63" fmla="*/ 506080 w 1507141"/>
              <a:gd name="connsiteY63" fmla="*/ 5610 h 188151"/>
              <a:gd name="connsiteX64" fmla="*/ 513795 w 1507141"/>
              <a:gd name="connsiteY64" fmla="*/ 13324 h 188151"/>
              <a:gd name="connsiteX65" fmla="*/ 513795 w 1507141"/>
              <a:gd name="connsiteY65" fmla="*/ 101088 h 188151"/>
              <a:gd name="connsiteX66" fmla="*/ 433157 w 1507141"/>
              <a:gd name="connsiteY66" fmla="*/ 181957 h 188151"/>
              <a:gd name="connsiteX67" fmla="*/ 433040 w 1507141"/>
              <a:gd name="connsiteY67" fmla="*/ 181957 h 188151"/>
              <a:gd name="connsiteX68" fmla="*/ 352171 w 1507141"/>
              <a:gd name="connsiteY68" fmla="*/ 101088 h 188151"/>
              <a:gd name="connsiteX69" fmla="*/ 352171 w 1507141"/>
              <a:gd name="connsiteY69" fmla="*/ 13324 h 188151"/>
              <a:gd name="connsiteX70" fmla="*/ 359883 w 1507141"/>
              <a:gd name="connsiteY70" fmla="*/ 5610 h 188151"/>
              <a:gd name="connsiteX71" fmla="*/ 141114 w 1507141"/>
              <a:gd name="connsiteY71" fmla="*/ 5610 h 188151"/>
              <a:gd name="connsiteX72" fmla="*/ 156306 w 1507141"/>
              <a:gd name="connsiteY72" fmla="*/ 5610 h 188151"/>
              <a:gd name="connsiteX73" fmla="*/ 163598 w 1507141"/>
              <a:gd name="connsiteY73" fmla="*/ 13722 h 188151"/>
              <a:gd name="connsiteX74" fmla="*/ 162500 w 1507141"/>
              <a:gd name="connsiteY74" fmla="*/ 17296 h 188151"/>
              <a:gd name="connsiteX75" fmla="*/ 99626 w 1507141"/>
              <a:gd name="connsiteY75" fmla="*/ 104244 h 188151"/>
              <a:gd name="connsiteX76" fmla="*/ 97523 w 1507141"/>
              <a:gd name="connsiteY76" fmla="*/ 110903 h 188151"/>
              <a:gd name="connsiteX77" fmla="*/ 97523 w 1507141"/>
              <a:gd name="connsiteY77" fmla="*/ 174245 h 188151"/>
              <a:gd name="connsiteX78" fmla="*/ 89810 w 1507141"/>
              <a:gd name="connsiteY78" fmla="*/ 181957 h 188151"/>
              <a:gd name="connsiteX79" fmla="*/ 73566 w 1507141"/>
              <a:gd name="connsiteY79" fmla="*/ 181957 h 188151"/>
              <a:gd name="connsiteX80" fmla="*/ 65853 w 1507141"/>
              <a:gd name="connsiteY80" fmla="*/ 174245 h 188151"/>
              <a:gd name="connsiteX81" fmla="*/ 65853 w 1507141"/>
              <a:gd name="connsiteY81" fmla="*/ 110903 h 188151"/>
              <a:gd name="connsiteX82" fmla="*/ 63749 w 1507141"/>
              <a:gd name="connsiteY82" fmla="*/ 104244 h 188151"/>
              <a:gd name="connsiteX83" fmla="*/ 1110 w 1507141"/>
              <a:gd name="connsiteY83" fmla="*/ 17880 h 188151"/>
              <a:gd name="connsiteX84" fmla="*/ 3730 w 1507141"/>
              <a:gd name="connsiteY84" fmla="*/ 7292 h 188151"/>
              <a:gd name="connsiteX85" fmla="*/ 7304 w 1507141"/>
              <a:gd name="connsiteY85" fmla="*/ 6194 h 188151"/>
              <a:gd name="connsiteX86" fmla="*/ 22964 w 1507141"/>
              <a:gd name="connsiteY86" fmla="*/ 6194 h 188151"/>
              <a:gd name="connsiteX87" fmla="*/ 28807 w 1507141"/>
              <a:gd name="connsiteY87" fmla="*/ 8882 h 188151"/>
              <a:gd name="connsiteX88" fmla="*/ 75552 w 1507141"/>
              <a:gd name="connsiteY88" fmla="*/ 74910 h 188151"/>
              <a:gd name="connsiteX89" fmla="*/ 81863 w 1507141"/>
              <a:gd name="connsiteY89" fmla="*/ 78065 h 188151"/>
              <a:gd name="connsiteX90" fmla="*/ 88057 w 1507141"/>
              <a:gd name="connsiteY90" fmla="*/ 74910 h 188151"/>
              <a:gd name="connsiteX91" fmla="*/ 134803 w 1507141"/>
              <a:gd name="connsiteY91" fmla="*/ 8882 h 188151"/>
              <a:gd name="connsiteX92" fmla="*/ 141114 w 1507141"/>
              <a:gd name="connsiteY92" fmla="*/ 5610 h 188151"/>
              <a:gd name="connsiteX93" fmla="*/ 1415286 w 1507141"/>
              <a:gd name="connsiteY93" fmla="*/ 4910 h 188151"/>
              <a:gd name="connsiteX94" fmla="*/ 1507141 w 1507141"/>
              <a:gd name="connsiteY94" fmla="*/ 96297 h 188151"/>
              <a:gd name="connsiteX95" fmla="*/ 1507141 w 1507141"/>
              <a:gd name="connsiteY95" fmla="*/ 96530 h 188151"/>
              <a:gd name="connsiteX96" fmla="*/ 1415753 w 1507141"/>
              <a:gd name="connsiteY96" fmla="*/ 188151 h 188151"/>
              <a:gd name="connsiteX97" fmla="*/ 1323898 w 1507141"/>
              <a:gd name="connsiteY97" fmla="*/ 96765 h 188151"/>
              <a:gd name="connsiteX98" fmla="*/ 1415286 w 1507141"/>
              <a:gd name="connsiteY98" fmla="*/ 4910 h 188151"/>
              <a:gd name="connsiteX99" fmla="*/ 792047 w 1507141"/>
              <a:gd name="connsiteY99" fmla="*/ 4091 h 188151"/>
              <a:gd name="connsiteX100" fmla="*/ 808875 w 1507141"/>
              <a:gd name="connsiteY100" fmla="*/ 4091 h 188151"/>
              <a:gd name="connsiteX101" fmla="*/ 816589 w 1507141"/>
              <a:gd name="connsiteY101" fmla="*/ 11805 h 188151"/>
              <a:gd name="connsiteX102" fmla="*/ 816589 w 1507141"/>
              <a:gd name="connsiteY102" fmla="*/ 144443 h 188151"/>
              <a:gd name="connsiteX103" fmla="*/ 824301 w 1507141"/>
              <a:gd name="connsiteY103" fmla="*/ 152157 h 188151"/>
              <a:gd name="connsiteX104" fmla="*/ 919780 w 1507141"/>
              <a:gd name="connsiteY104" fmla="*/ 152157 h 188151"/>
              <a:gd name="connsiteX105" fmla="*/ 927494 w 1507141"/>
              <a:gd name="connsiteY105" fmla="*/ 159870 h 188151"/>
              <a:gd name="connsiteX106" fmla="*/ 927494 w 1507141"/>
              <a:gd name="connsiteY106" fmla="*/ 175413 h 188151"/>
              <a:gd name="connsiteX107" fmla="*/ 920015 w 1507141"/>
              <a:gd name="connsiteY107" fmla="*/ 183125 h 188151"/>
              <a:gd name="connsiteX108" fmla="*/ 919780 w 1507141"/>
              <a:gd name="connsiteY108" fmla="*/ 183125 h 188151"/>
              <a:gd name="connsiteX109" fmla="*/ 792047 w 1507141"/>
              <a:gd name="connsiteY109" fmla="*/ 183125 h 188151"/>
              <a:gd name="connsiteX110" fmla="*/ 784335 w 1507141"/>
              <a:gd name="connsiteY110" fmla="*/ 175648 h 188151"/>
              <a:gd name="connsiteX111" fmla="*/ 784335 w 1507141"/>
              <a:gd name="connsiteY111" fmla="*/ 175413 h 188151"/>
              <a:gd name="connsiteX112" fmla="*/ 784335 w 1507141"/>
              <a:gd name="connsiteY112" fmla="*/ 11805 h 188151"/>
              <a:gd name="connsiteX113" fmla="*/ 792047 w 1507141"/>
              <a:gd name="connsiteY113" fmla="*/ 4091 h 188151"/>
              <a:gd name="connsiteX114" fmla="*/ 1025426 w 1507141"/>
              <a:gd name="connsiteY114" fmla="*/ 1754 h 188151"/>
              <a:gd name="connsiteX115" fmla="*/ 1117048 w 1507141"/>
              <a:gd name="connsiteY115" fmla="*/ 93376 h 188151"/>
              <a:gd name="connsiteX116" fmla="*/ 1025426 w 1507141"/>
              <a:gd name="connsiteY116" fmla="*/ 184996 h 188151"/>
              <a:gd name="connsiteX117" fmla="*/ 933805 w 1507141"/>
              <a:gd name="connsiteY117" fmla="*/ 93376 h 188151"/>
              <a:gd name="connsiteX118" fmla="*/ 1025426 w 1507141"/>
              <a:gd name="connsiteY118" fmla="*/ 1754 h 188151"/>
              <a:gd name="connsiteX119" fmla="*/ 247109 w 1507141"/>
              <a:gd name="connsiteY119" fmla="*/ 1522 h 188151"/>
              <a:gd name="connsiteX120" fmla="*/ 338497 w 1507141"/>
              <a:gd name="connsiteY120" fmla="*/ 93374 h 188151"/>
              <a:gd name="connsiteX121" fmla="*/ 246643 w 1507141"/>
              <a:gd name="connsiteY121" fmla="*/ 185230 h 188151"/>
              <a:gd name="connsiteX122" fmla="*/ 246174 w 1507141"/>
              <a:gd name="connsiteY122" fmla="*/ 185228 h 188151"/>
              <a:gd name="connsiteX123" fmla="*/ 154788 w 1507141"/>
              <a:gd name="connsiteY123" fmla="*/ 92908 h 188151"/>
              <a:gd name="connsiteX124" fmla="*/ 247109 w 1507141"/>
              <a:gd name="connsiteY124" fmla="*/ 1522 h 188151"/>
              <a:gd name="connsiteX125" fmla="*/ 1224681 w 1507141"/>
              <a:gd name="connsiteY125" fmla="*/ 1 h 188151"/>
              <a:gd name="connsiteX126" fmla="*/ 1253557 w 1507141"/>
              <a:gd name="connsiteY126" fmla="*/ 4696 h 188151"/>
              <a:gd name="connsiteX127" fmla="*/ 1279492 w 1507141"/>
              <a:gd name="connsiteY127" fmla="*/ 18231 h 188151"/>
              <a:gd name="connsiteX128" fmla="*/ 1292462 w 1507141"/>
              <a:gd name="connsiteY128" fmla="*/ 29917 h 188151"/>
              <a:gd name="connsiteX129" fmla="*/ 1292700 w 1507141"/>
              <a:gd name="connsiteY129" fmla="*/ 30251 h 188151"/>
              <a:gd name="connsiteX130" fmla="*/ 1290593 w 1507141"/>
              <a:gd name="connsiteY130" fmla="*/ 40787 h 188151"/>
              <a:gd name="connsiteX131" fmla="*/ 1277504 w 1507141"/>
              <a:gd name="connsiteY131" fmla="*/ 49902 h 188151"/>
              <a:gd name="connsiteX132" fmla="*/ 1267687 w 1507141"/>
              <a:gd name="connsiteY132" fmla="*/ 49083 h 188151"/>
              <a:gd name="connsiteX133" fmla="*/ 1264182 w 1507141"/>
              <a:gd name="connsiteY133" fmla="*/ 45811 h 188151"/>
              <a:gd name="connsiteX134" fmla="*/ 1263481 w 1507141"/>
              <a:gd name="connsiteY134" fmla="*/ 45110 h 188151"/>
              <a:gd name="connsiteX135" fmla="*/ 1224914 w 1507141"/>
              <a:gd name="connsiteY135" fmla="*/ 31204 h 188151"/>
              <a:gd name="connsiteX136" fmla="*/ 1222344 w 1507141"/>
              <a:gd name="connsiteY136" fmla="*/ 31204 h 188151"/>
              <a:gd name="connsiteX137" fmla="*/ 1218138 w 1507141"/>
              <a:gd name="connsiteY137" fmla="*/ 31204 h 188151"/>
              <a:gd name="connsiteX138" fmla="*/ 1207385 w 1507141"/>
              <a:gd name="connsiteY138" fmla="*/ 33424 h 188151"/>
              <a:gd name="connsiteX139" fmla="*/ 1165686 w 1507141"/>
              <a:gd name="connsiteY139" fmla="*/ 78148 h 188151"/>
              <a:gd name="connsiteX140" fmla="*/ 1211476 w 1507141"/>
              <a:gd name="connsiteY140" fmla="*/ 150288 h 188151"/>
              <a:gd name="connsiteX141" fmla="*/ 1216384 w 1507141"/>
              <a:gd name="connsiteY141" fmla="*/ 151222 h 188151"/>
              <a:gd name="connsiteX142" fmla="*/ 1217904 w 1507141"/>
              <a:gd name="connsiteY142" fmla="*/ 151222 h 188151"/>
              <a:gd name="connsiteX143" fmla="*/ 1229590 w 1507141"/>
              <a:gd name="connsiteY143" fmla="*/ 151222 h 188151"/>
              <a:gd name="connsiteX144" fmla="*/ 1238588 w 1507141"/>
              <a:gd name="connsiteY144" fmla="*/ 149937 h 188151"/>
              <a:gd name="connsiteX145" fmla="*/ 1240224 w 1507141"/>
              <a:gd name="connsiteY145" fmla="*/ 149937 h 188151"/>
              <a:gd name="connsiteX146" fmla="*/ 1241861 w 1507141"/>
              <a:gd name="connsiteY146" fmla="*/ 149937 h 188151"/>
              <a:gd name="connsiteX147" fmla="*/ 1248756 w 1507141"/>
              <a:gd name="connsiteY147" fmla="*/ 147482 h 188151"/>
              <a:gd name="connsiteX148" fmla="*/ 1250158 w 1507141"/>
              <a:gd name="connsiteY148" fmla="*/ 147482 h 188151"/>
              <a:gd name="connsiteX149" fmla="*/ 1251444 w 1507141"/>
              <a:gd name="connsiteY149" fmla="*/ 146899 h 188151"/>
              <a:gd name="connsiteX150" fmla="*/ 1252845 w 1507141"/>
              <a:gd name="connsiteY150" fmla="*/ 146197 h 188151"/>
              <a:gd name="connsiteX151" fmla="*/ 1256001 w 1507141"/>
              <a:gd name="connsiteY151" fmla="*/ 144560 h 188151"/>
              <a:gd name="connsiteX152" fmla="*/ 1256936 w 1507141"/>
              <a:gd name="connsiteY152" fmla="*/ 144560 h 188151"/>
              <a:gd name="connsiteX153" fmla="*/ 1277621 w 1507141"/>
              <a:gd name="connsiteY153" fmla="*/ 118500 h 188151"/>
              <a:gd name="connsiteX154" fmla="*/ 1276453 w 1507141"/>
              <a:gd name="connsiteY154" fmla="*/ 112307 h 188151"/>
              <a:gd name="connsiteX155" fmla="*/ 1271427 w 1507141"/>
              <a:gd name="connsiteY155" fmla="*/ 110203 h 188151"/>
              <a:gd name="connsiteX156" fmla="*/ 1237653 w 1507141"/>
              <a:gd name="connsiteY156" fmla="*/ 110203 h 188151"/>
              <a:gd name="connsiteX157" fmla="*/ 1229941 w 1507141"/>
              <a:gd name="connsiteY157" fmla="*/ 102490 h 188151"/>
              <a:gd name="connsiteX158" fmla="*/ 1229941 w 1507141"/>
              <a:gd name="connsiteY158" fmla="*/ 86714 h 188151"/>
              <a:gd name="connsiteX159" fmla="*/ 1237653 w 1507141"/>
              <a:gd name="connsiteY159" fmla="*/ 79000 h 188151"/>
              <a:gd name="connsiteX160" fmla="*/ 1307772 w 1507141"/>
              <a:gd name="connsiteY160" fmla="*/ 79000 h 188151"/>
              <a:gd name="connsiteX161" fmla="*/ 1308473 w 1507141"/>
              <a:gd name="connsiteY161" fmla="*/ 79000 h 188151"/>
              <a:gd name="connsiteX162" fmla="*/ 1312606 w 1507141"/>
              <a:gd name="connsiteY162" fmla="*/ 80432 h 188151"/>
              <a:gd name="connsiteX163" fmla="*/ 1314316 w 1507141"/>
              <a:gd name="connsiteY163" fmla="*/ 91037 h 188151"/>
              <a:gd name="connsiteX164" fmla="*/ 1314316 w 1507141"/>
              <a:gd name="connsiteY164" fmla="*/ 98868 h 188151"/>
              <a:gd name="connsiteX165" fmla="*/ 1283581 w 1507141"/>
              <a:gd name="connsiteY165" fmla="*/ 167233 h 188151"/>
              <a:gd name="connsiteX166" fmla="*/ 1280659 w 1507141"/>
              <a:gd name="connsiteY166" fmla="*/ 169686 h 188151"/>
              <a:gd name="connsiteX167" fmla="*/ 1279141 w 1507141"/>
              <a:gd name="connsiteY167" fmla="*/ 170973 h 188151"/>
              <a:gd name="connsiteX168" fmla="*/ 1276219 w 1507141"/>
              <a:gd name="connsiteY168" fmla="*/ 173076 h 188151"/>
              <a:gd name="connsiteX169" fmla="*/ 1274699 w 1507141"/>
              <a:gd name="connsiteY169" fmla="*/ 174128 h 188151"/>
              <a:gd name="connsiteX170" fmla="*/ 1271778 w 1507141"/>
              <a:gd name="connsiteY170" fmla="*/ 175997 h 188151"/>
              <a:gd name="connsiteX171" fmla="*/ 1271193 w 1507141"/>
              <a:gd name="connsiteY171" fmla="*/ 175997 h 188151"/>
              <a:gd name="connsiteX172" fmla="*/ 1269675 w 1507141"/>
              <a:gd name="connsiteY172" fmla="*/ 176933 h 188151"/>
              <a:gd name="connsiteX173" fmla="*/ 1266636 w 1507141"/>
              <a:gd name="connsiteY173" fmla="*/ 178685 h 188151"/>
              <a:gd name="connsiteX174" fmla="*/ 1265935 w 1507141"/>
              <a:gd name="connsiteY174" fmla="*/ 178685 h 188151"/>
              <a:gd name="connsiteX175" fmla="*/ 1261027 w 1507141"/>
              <a:gd name="connsiteY175" fmla="*/ 181022 h 188151"/>
              <a:gd name="connsiteX176" fmla="*/ 1260208 w 1507141"/>
              <a:gd name="connsiteY176" fmla="*/ 181022 h 188151"/>
              <a:gd name="connsiteX177" fmla="*/ 1257053 w 1507141"/>
              <a:gd name="connsiteY177" fmla="*/ 182191 h 188151"/>
              <a:gd name="connsiteX178" fmla="*/ 1255533 w 1507141"/>
              <a:gd name="connsiteY178" fmla="*/ 182191 h 188151"/>
              <a:gd name="connsiteX179" fmla="*/ 1254599 w 1507141"/>
              <a:gd name="connsiteY179" fmla="*/ 182191 h 188151"/>
              <a:gd name="connsiteX180" fmla="*/ 1252029 w 1507141"/>
              <a:gd name="connsiteY180" fmla="*/ 183127 h 188151"/>
              <a:gd name="connsiteX181" fmla="*/ 1250976 w 1507141"/>
              <a:gd name="connsiteY181" fmla="*/ 183127 h 188151"/>
              <a:gd name="connsiteX182" fmla="*/ 1249456 w 1507141"/>
              <a:gd name="connsiteY182" fmla="*/ 183127 h 188151"/>
              <a:gd name="connsiteX183" fmla="*/ 1248405 w 1507141"/>
              <a:gd name="connsiteY183" fmla="*/ 183127 h 188151"/>
              <a:gd name="connsiteX184" fmla="*/ 1245952 w 1507141"/>
              <a:gd name="connsiteY184" fmla="*/ 183127 h 188151"/>
              <a:gd name="connsiteX185" fmla="*/ 1244782 w 1507141"/>
              <a:gd name="connsiteY185" fmla="*/ 183127 h 188151"/>
              <a:gd name="connsiteX186" fmla="*/ 1243379 w 1507141"/>
              <a:gd name="connsiteY186" fmla="*/ 183127 h 188151"/>
              <a:gd name="connsiteX187" fmla="*/ 1242095 w 1507141"/>
              <a:gd name="connsiteY187" fmla="*/ 183127 h 188151"/>
              <a:gd name="connsiteX188" fmla="*/ 1239758 w 1507141"/>
              <a:gd name="connsiteY188" fmla="*/ 183127 h 188151"/>
              <a:gd name="connsiteX189" fmla="*/ 1238471 w 1507141"/>
              <a:gd name="connsiteY189" fmla="*/ 183127 h 188151"/>
              <a:gd name="connsiteX190" fmla="*/ 1237068 w 1507141"/>
              <a:gd name="connsiteY190" fmla="*/ 183127 h 188151"/>
              <a:gd name="connsiteX191" fmla="*/ 1235550 w 1507141"/>
              <a:gd name="connsiteY191" fmla="*/ 183127 h 188151"/>
              <a:gd name="connsiteX192" fmla="*/ 1233447 w 1507141"/>
              <a:gd name="connsiteY192" fmla="*/ 183127 h 188151"/>
              <a:gd name="connsiteX193" fmla="*/ 1224682 w 1507141"/>
              <a:gd name="connsiteY193" fmla="*/ 183127 h 188151"/>
              <a:gd name="connsiteX194" fmla="*/ 1218138 w 1507141"/>
              <a:gd name="connsiteY194" fmla="*/ 183127 h 188151"/>
              <a:gd name="connsiteX195" fmla="*/ 1129846 w 1507141"/>
              <a:gd name="connsiteY195" fmla="*/ 88292 h 188151"/>
              <a:gd name="connsiteX196" fmla="*/ 1188784 w 1507141"/>
              <a:gd name="connsiteY196" fmla="*/ 5923 h 188151"/>
              <a:gd name="connsiteX197" fmla="*/ 1224681 w 1507141"/>
              <a:gd name="connsiteY197" fmla="*/ 0 h 188151"/>
              <a:gd name="connsiteX198" fmla="*/ 1224682 w 1507141"/>
              <a:gd name="connsiteY198" fmla="*/ 0 h 188151"/>
              <a:gd name="connsiteX199" fmla="*/ 1224681 w 1507141"/>
              <a:gd name="connsiteY199" fmla="*/ 1 h 18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1507141" h="188151">
                <a:moveTo>
                  <a:pt x="568487" y="37280"/>
                </a:moveTo>
                <a:cubicBezTo>
                  <a:pt x="564228" y="37216"/>
                  <a:pt x="560722" y="40616"/>
                  <a:pt x="560658" y="44876"/>
                </a:cubicBezTo>
                <a:cubicBezTo>
                  <a:pt x="560658" y="44915"/>
                  <a:pt x="560658" y="44954"/>
                  <a:pt x="560658" y="44993"/>
                </a:cubicBezTo>
                <a:lnTo>
                  <a:pt x="560658" y="83208"/>
                </a:lnTo>
                <a:cubicBezTo>
                  <a:pt x="560656" y="87467"/>
                  <a:pt x="564110" y="90920"/>
                  <a:pt x="568370" y="90922"/>
                </a:cubicBezTo>
                <a:cubicBezTo>
                  <a:pt x="568409" y="90922"/>
                  <a:pt x="568448" y="90920"/>
                  <a:pt x="568487" y="90920"/>
                </a:cubicBezTo>
                <a:lnTo>
                  <a:pt x="616284" y="90920"/>
                </a:lnTo>
                <a:cubicBezTo>
                  <a:pt x="630990" y="91071"/>
                  <a:pt x="643227" y="79656"/>
                  <a:pt x="644098" y="64977"/>
                </a:cubicBezTo>
                <a:cubicBezTo>
                  <a:pt x="644615" y="50205"/>
                  <a:pt x="633059" y="37813"/>
                  <a:pt x="618289" y="37296"/>
                </a:cubicBezTo>
                <a:cubicBezTo>
                  <a:pt x="617931" y="37284"/>
                  <a:pt x="617575" y="37279"/>
                  <a:pt x="617219" y="37280"/>
                </a:cubicBezTo>
                <a:close/>
                <a:moveTo>
                  <a:pt x="1415753" y="36113"/>
                </a:moveTo>
                <a:lnTo>
                  <a:pt x="1415753" y="36230"/>
                </a:lnTo>
                <a:cubicBezTo>
                  <a:pt x="1382385" y="36164"/>
                  <a:pt x="1355282" y="63162"/>
                  <a:pt x="1355218" y="96530"/>
                </a:cubicBezTo>
                <a:cubicBezTo>
                  <a:pt x="1355153" y="129898"/>
                  <a:pt x="1382151" y="157001"/>
                  <a:pt x="1415519" y="157065"/>
                </a:cubicBezTo>
                <a:cubicBezTo>
                  <a:pt x="1448888" y="157129"/>
                  <a:pt x="1475991" y="130132"/>
                  <a:pt x="1476055" y="96763"/>
                </a:cubicBezTo>
                <a:cubicBezTo>
                  <a:pt x="1476055" y="96725"/>
                  <a:pt x="1476055" y="96686"/>
                  <a:pt x="1476055" y="96646"/>
                </a:cubicBezTo>
                <a:cubicBezTo>
                  <a:pt x="1476055" y="63306"/>
                  <a:pt x="1449095" y="36242"/>
                  <a:pt x="1415753" y="36113"/>
                </a:cubicBezTo>
                <a:close/>
                <a:moveTo>
                  <a:pt x="1026131" y="33069"/>
                </a:moveTo>
                <a:cubicBezTo>
                  <a:pt x="1025896" y="33069"/>
                  <a:pt x="1025662" y="33071"/>
                  <a:pt x="1025426" y="33074"/>
                </a:cubicBezTo>
                <a:cubicBezTo>
                  <a:pt x="992059" y="33396"/>
                  <a:pt x="965272" y="60707"/>
                  <a:pt x="965594" y="94074"/>
                </a:cubicBezTo>
                <a:cubicBezTo>
                  <a:pt x="965918" y="127440"/>
                  <a:pt x="993229" y="154228"/>
                  <a:pt x="1026596" y="153905"/>
                </a:cubicBezTo>
                <a:cubicBezTo>
                  <a:pt x="1059778" y="153584"/>
                  <a:pt x="1086492" y="126560"/>
                  <a:pt x="1086429" y="93376"/>
                </a:cubicBezTo>
                <a:cubicBezTo>
                  <a:pt x="1086431" y="60071"/>
                  <a:pt x="1059436" y="33073"/>
                  <a:pt x="1026131" y="33069"/>
                </a:cubicBezTo>
                <a:close/>
                <a:moveTo>
                  <a:pt x="246174" y="32839"/>
                </a:moveTo>
                <a:lnTo>
                  <a:pt x="246174" y="33307"/>
                </a:lnTo>
                <a:cubicBezTo>
                  <a:pt x="212676" y="33242"/>
                  <a:pt x="185469" y="60344"/>
                  <a:pt x="185404" y="93842"/>
                </a:cubicBezTo>
                <a:cubicBezTo>
                  <a:pt x="185340" y="127340"/>
                  <a:pt x="212442" y="154545"/>
                  <a:pt x="245940" y="154611"/>
                </a:cubicBezTo>
                <a:cubicBezTo>
                  <a:pt x="279438" y="154675"/>
                  <a:pt x="306645" y="127572"/>
                  <a:pt x="306709" y="94074"/>
                </a:cubicBezTo>
                <a:cubicBezTo>
                  <a:pt x="306709" y="93998"/>
                  <a:pt x="306709" y="93920"/>
                  <a:pt x="306709" y="93842"/>
                </a:cubicBezTo>
                <a:cubicBezTo>
                  <a:pt x="306904" y="60344"/>
                  <a:pt x="279905" y="33034"/>
                  <a:pt x="246409" y="32839"/>
                </a:cubicBezTo>
                <a:cubicBezTo>
                  <a:pt x="246331" y="32839"/>
                  <a:pt x="246252" y="32839"/>
                  <a:pt x="246174" y="32839"/>
                </a:cubicBezTo>
                <a:close/>
                <a:moveTo>
                  <a:pt x="537167" y="5610"/>
                </a:moveTo>
                <a:lnTo>
                  <a:pt x="615933" y="5610"/>
                </a:lnTo>
                <a:cubicBezTo>
                  <a:pt x="631375" y="5591"/>
                  <a:pt x="646246" y="11439"/>
                  <a:pt x="657538" y="21971"/>
                </a:cubicBezTo>
                <a:cubicBezTo>
                  <a:pt x="668790" y="32336"/>
                  <a:pt x="675437" y="46767"/>
                  <a:pt x="676002" y="62056"/>
                </a:cubicBezTo>
                <a:cubicBezTo>
                  <a:pt x="676825" y="83117"/>
                  <a:pt x="666241" y="102990"/>
                  <a:pt x="648305" y="114059"/>
                </a:cubicBezTo>
                <a:cubicBezTo>
                  <a:pt x="644999" y="116079"/>
                  <a:pt x="643782" y="120288"/>
                  <a:pt x="645501" y="123759"/>
                </a:cubicBezTo>
                <a:lnTo>
                  <a:pt x="668172" y="171323"/>
                </a:lnTo>
                <a:cubicBezTo>
                  <a:pt x="670373" y="174970"/>
                  <a:pt x="669199" y="179710"/>
                  <a:pt x="665552" y="181912"/>
                </a:cubicBezTo>
                <a:cubicBezTo>
                  <a:pt x="664230" y="182708"/>
                  <a:pt x="662702" y="183091"/>
                  <a:pt x="661159" y="183010"/>
                </a:cubicBezTo>
                <a:lnTo>
                  <a:pt x="644448" y="181957"/>
                </a:lnTo>
                <a:cubicBezTo>
                  <a:pt x="641488" y="181923"/>
                  <a:pt x="638809" y="180197"/>
                  <a:pt x="637553" y="177517"/>
                </a:cubicBezTo>
                <a:lnTo>
                  <a:pt x="613362" y="126914"/>
                </a:lnTo>
                <a:cubicBezTo>
                  <a:pt x="612097" y="124260"/>
                  <a:pt x="609410" y="122576"/>
                  <a:pt x="606469" y="122591"/>
                </a:cubicBezTo>
                <a:lnTo>
                  <a:pt x="568487" y="122591"/>
                </a:lnTo>
                <a:cubicBezTo>
                  <a:pt x="564228" y="122525"/>
                  <a:pt x="560722" y="125926"/>
                  <a:pt x="560658" y="130187"/>
                </a:cubicBezTo>
                <a:cubicBezTo>
                  <a:pt x="560658" y="130225"/>
                  <a:pt x="560658" y="130265"/>
                  <a:pt x="560658" y="130303"/>
                </a:cubicBezTo>
                <a:lnTo>
                  <a:pt x="560658" y="174128"/>
                </a:lnTo>
                <a:cubicBezTo>
                  <a:pt x="560722" y="178387"/>
                  <a:pt x="557321" y="181891"/>
                  <a:pt x="553062" y="181957"/>
                </a:cubicBezTo>
                <a:cubicBezTo>
                  <a:pt x="553023" y="181957"/>
                  <a:pt x="552983" y="181957"/>
                  <a:pt x="552944" y="181957"/>
                </a:cubicBezTo>
                <a:lnTo>
                  <a:pt x="537167" y="181957"/>
                </a:lnTo>
                <a:cubicBezTo>
                  <a:pt x="532889" y="181893"/>
                  <a:pt x="529455" y="178407"/>
                  <a:pt x="529455" y="174128"/>
                </a:cubicBezTo>
                <a:lnTo>
                  <a:pt x="529455" y="13324"/>
                </a:lnTo>
                <a:cubicBezTo>
                  <a:pt x="529517" y="9089"/>
                  <a:pt x="532933" y="5672"/>
                  <a:pt x="537167" y="5610"/>
                </a:cubicBezTo>
                <a:close/>
                <a:moveTo>
                  <a:pt x="359883" y="5610"/>
                </a:moveTo>
                <a:lnTo>
                  <a:pt x="376011" y="5610"/>
                </a:lnTo>
                <a:cubicBezTo>
                  <a:pt x="380271" y="5610"/>
                  <a:pt x="383725" y="9063"/>
                  <a:pt x="383725" y="13324"/>
                </a:cubicBezTo>
                <a:lnTo>
                  <a:pt x="383725" y="100504"/>
                </a:lnTo>
                <a:cubicBezTo>
                  <a:pt x="382398" y="127707"/>
                  <a:pt x="403378" y="150835"/>
                  <a:pt x="430583" y="152162"/>
                </a:cubicBezTo>
                <a:cubicBezTo>
                  <a:pt x="457787" y="153488"/>
                  <a:pt x="480915" y="132508"/>
                  <a:pt x="482240" y="105303"/>
                </a:cubicBezTo>
                <a:cubicBezTo>
                  <a:pt x="482318" y="103705"/>
                  <a:pt x="482318" y="102103"/>
                  <a:pt x="482240" y="100504"/>
                </a:cubicBezTo>
                <a:lnTo>
                  <a:pt x="482240" y="13324"/>
                </a:lnTo>
                <a:cubicBezTo>
                  <a:pt x="482303" y="9089"/>
                  <a:pt x="485721" y="5672"/>
                  <a:pt x="489954" y="5610"/>
                </a:cubicBezTo>
                <a:lnTo>
                  <a:pt x="506080" y="5610"/>
                </a:lnTo>
                <a:cubicBezTo>
                  <a:pt x="510341" y="5610"/>
                  <a:pt x="513795" y="9063"/>
                  <a:pt x="513795" y="13324"/>
                </a:cubicBezTo>
                <a:lnTo>
                  <a:pt x="513795" y="101088"/>
                </a:lnTo>
                <a:cubicBezTo>
                  <a:pt x="513859" y="145686"/>
                  <a:pt x="477756" y="181893"/>
                  <a:pt x="433157" y="181957"/>
                </a:cubicBezTo>
                <a:cubicBezTo>
                  <a:pt x="433118" y="181957"/>
                  <a:pt x="433079" y="181957"/>
                  <a:pt x="433040" y="181957"/>
                </a:cubicBezTo>
                <a:cubicBezTo>
                  <a:pt x="388378" y="181957"/>
                  <a:pt x="352171" y="145752"/>
                  <a:pt x="352171" y="101088"/>
                </a:cubicBezTo>
                <a:lnTo>
                  <a:pt x="352171" y="13324"/>
                </a:lnTo>
                <a:cubicBezTo>
                  <a:pt x="352171" y="9063"/>
                  <a:pt x="355625" y="5610"/>
                  <a:pt x="359883" y="5610"/>
                </a:cubicBezTo>
                <a:close/>
                <a:moveTo>
                  <a:pt x="141114" y="5610"/>
                </a:moveTo>
                <a:lnTo>
                  <a:pt x="156306" y="5610"/>
                </a:lnTo>
                <a:cubicBezTo>
                  <a:pt x="160559" y="5837"/>
                  <a:pt x="163823" y="9468"/>
                  <a:pt x="163598" y="13722"/>
                </a:cubicBezTo>
                <a:cubicBezTo>
                  <a:pt x="163530" y="14986"/>
                  <a:pt x="163152" y="16213"/>
                  <a:pt x="162500" y="17296"/>
                </a:cubicBezTo>
                <a:lnTo>
                  <a:pt x="99626" y="104244"/>
                </a:lnTo>
                <a:cubicBezTo>
                  <a:pt x="98219" y="106175"/>
                  <a:pt x="97480" y="108514"/>
                  <a:pt x="97523" y="110903"/>
                </a:cubicBezTo>
                <a:lnTo>
                  <a:pt x="97523" y="174245"/>
                </a:lnTo>
                <a:cubicBezTo>
                  <a:pt x="97460" y="178478"/>
                  <a:pt x="94044" y="181895"/>
                  <a:pt x="89810" y="181957"/>
                </a:cubicBezTo>
                <a:lnTo>
                  <a:pt x="73566" y="181957"/>
                </a:lnTo>
                <a:cubicBezTo>
                  <a:pt x="69333" y="181895"/>
                  <a:pt x="65916" y="178478"/>
                  <a:pt x="65853" y="174245"/>
                </a:cubicBezTo>
                <a:lnTo>
                  <a:pt x="65853" y="110903"/>
                </a:lnTo>
                <a:cubicBezTo>
                  <a:pt x="65896" y="108514"/>
                  <a:pt x="65157" y="106175"/>
                  <a:pt x="63749" y="104244"/>
                </a:cubicBezTo>
                <a:lnTo>
                  <a:pt x="1110" y="17880"/>
                </a:lnTo>
                <a:cubicBezTo>
                  <a:pt x="-1091" y="14234"/>
                  <a:pt x="83" y="9492"/>
                  <a:pt x="3730" y="7292"/>
                </a:cubicBezTo>
                <a:cubicBezTo>
                  <a:pt x="4813" y="6638"/>
                  <a:pt x="6040" y="6262"/>
                  <a:pt x="7304" y="6194"/>
                </a:cubicBezTo>
                <a:lnTo>
                  <a:pt x="22964" y="6194"/>
                </a:lnTo>
                <a:cubicBezTo>
                  <a:pt x="25210" y="6196"/>
                  <a:pt x="27343" y="7177"/>
                  <a:pt x="28807" y="8882"/>
                </a:cubicBezTo>
                <a:lnTo>
                  <a:pt x="75552" y="74910"/>
                </a:lnTo>
                <a:cubicBezTo>
                  <a:pt x="77036" y="76904"/>
                  <a:pt x="79378" y="78075"/>
                  <a:pt x="81863" y="78065"/>
                </a:cubicBezTo>
                <a:cubicBezTo>
                  <a:pt x="84316" y="78075"/>
                  <a:pt x="86623" y="76901"/>
                  <a:pt x="88057" y="74910"/>
                </a:cubicBezTo>
                <a:lnTo>
                  <a:pt x="134803" y="8882"/>
                </a:lnTo>
                <a:cubicBezTo>
                  <a:pt x="136248" y="6830"/>
                  <a:pt x="138602" y="5608"/>
                  <a:pt x="141114" y="5610"/>
                </a:cubicBezTo>
                <a:close/>
                <a:moveTo>
                  <a:pt x="1415286" y="4910"/>
                </a:moveTo>
                <a:cubicBezTo>
                  <a:pt x="1465887" y="4781"/>
                  <a:pt x="1507012" y="45696"/>
                  <a:pt x="1507141" y="96297"/>
                </a:cubicBezTo>
                <a:cubicBezTo>
                  <a:pt x="1507141" y="96375"/>
                  <a:pt x="1507141" y="96453"/>
                  <a:pt x="1507141" y="96530"/>
                </a:cubicBezTo>
                <a:cubicBezTo>
                  <a:pt x="1507077" y="147014"/>
                  <a:pt x="1466236" y="187958"/>
                  <a:pt x="1415753" y="188151"/>
                </a:cubicBezTo>
                <a:cubicBezTo>
                  <a:pt x="1365152" y="188280"/>
                  <a:pt x="1324027" y="147365"/>
                  <a:pt x="1323898" y="96765"/>
                </a:cubicBezTo>
                <a:cubicBezTo>
                  <a:pt x="1323769" y="46164"/>
                  <a:pt x="1364684" y="5039"/>
                  <a:pt x="1415286" y="4910"/>
                </a:cubicBezTo>
                <a:close/>
                <a:moveTo>
                  <a:pt x="792047" y="4091"/>
                </a:moveTo>
                <a:lnTo>
                  <a:pt x="808875" y="4091"/>
                </a:lnTo>
                <a:cubicBezTo>
                  <a:pt x="813135" y="4091"/>
                  <a:pt x="816589" y="7545"/>
                  <a:pt x="816589" y="11805"/>
                </a:cubicBezTo>
                <a:lnTo>
                  <a:pt x="816589" y="144443"/>
                </a:lnTo>
                <a:cubicBezTo>
                  <a:pt x="816589" y="148704"/>
                  <a:pt x="820043" y="152157"/>
                  <a:pt x="824301" y="152157"/>
                </a:cubicBezTo>
                <a:lnTo>
                  <a:pt x="919780" y="152157"/>
                </a:lnTo>
                <a:cubicBezTo>
                  <a:pt x="924040" y="152157"/>
                  <a:pt x="927494" y="155611"/>
                  <a:pt x="927494" y="159870"/>
                </a:cubicBezTo>
                <a:lnTo>
                  <a:pt x="927494" y="175413"/>
                </a:lnTo>
                <a:cubicBezTo>
                  <a:pt x="927558" y="179607"/>
                  <a:pt x="924210" y="183060"/>
                  <a:pt x="920015" y="183125"/>
                </a:cubicBezTo>
                <a:cubicBezTo>
                  <a:pt x="919937" y="183127"/>
                  <a:pt x="919858" y="183127"/>
                  <a:pt x="919780" y="183125"/>
                </a:cubicBezTo>
                <a:lnTo>
                  <a:pt x="792047" y="183125"/>
                </a:lnTo>
                <a:cubicBezTo>
                  <a:pt x="787853" y="183191"/>
                  <a:pt x="784400" y="179842"/>
                  <a:pt x="784335" y="175648"/>
                </a:cubicBezTo>
                <a:cubicBezTo>
                  <a:pt x="784333" y="175570"/>
                  <a:pt x="784333" y="175491"/>
                  <a:pt x="784335" y="175413"/>
                </a:cubicBezTo>
                <a:lnTo>
                  <a:pt x="784335" y="11805"/>
                </a:lnTo>
                <a:cubicBezTo>
                  <a:pt x="784335" y="7545"/>
                  <a:pt x="787787" y="4091"/>
                  <a:pt x="792047" y="4091"/>
                </a:cubicBezTo>
                <a:close/>
                <a:moveTo>
                  <a:pt x="1025426" y="1754"/>
                </a:moveTo>
                <a:cubicBezTo>
                  <a:pt x="1076028" y="1754"/>
                  <a:pt x="1117048" y="42774"/>
                  <a:pt x="1117048" y="93376"/>
                </a:cubicBezTo>
                <a:cubicBezTo>
                  <a:pt x="1117048" y="143976"/>
                  <a:pt x="1076028" y="184996"/>
                  <a:pt x="1025426" y="184996"/>
                </a:cubicBezTo>
                <a:cubicBezTo>
                  <a:pt x="974825" y="184996"/>
                  <a:pt x="933805" y="143976"/>
                  <a:pt x="933805" y="93376"/>
                </a:cubicBezTo>
                <a:cubicBezTo>
                  <a:pt x="933805" y="42774"/>
                  <a:pt x="974825" y="1754"/>
                  <a:pt x="1025426" y="1754"/>
                </a:cubicBezTo>
                <a:close/>
                <a:moveTo>
                  <a:pt x="247109" y="1522"/>
                </a:moveTo>
                <a:cubicBezTo>
                  <a:pt x="297657" y="1780"/>
                  <a:pt x="338497" y="42827"/>
                  <a:pt x="338497" y="93374"/>
                </a:cubicBezTo>
                <a:cubicBezTo>
                  <a:pt x="338497" y="144105"/>
                  <a:pt x="297373" y="185230"/>
                  <a:pt x="246643" y="185230"/>
                </a:cubicBezTo>
                <a:cubicBezTo>
                  <a:pt x="246487" y="185230"/>
                  <a:pt x="246330" y="185230"/>
                  <a:pt x="246174" y="185228"/>
                </a:cubicBezTo>
                <a:cubicBezTo>
                  <a:pt x="195445" y="184970"/>
                  <a:pt x="154528" y="143637"/>
                  <a:pt x="154788" y="92908"/>
                </a:cubicBezTo>
                <a:cubicBezTo>
                  <a:pt x="155045" y="42178"/>
                  <a:pt x="196379" y="1263"/>
                  <a:pt x="247109" y="1522"/>
                </a:cubicBezTo>
                <a:close/>
                <a:moveTo>
                  <a:pt x="1224681" y="1"/>
                </a:moveTo>
                <a:lnTo>
                  <a:pt x="1253557" y="4696"/>
                </a:lnTo>
                <a:cubicBezTo>
                  <a:pt x="1262811" y="7774"/>
                  <a:pt x="1271575" y="12325"/>
                  <a:pt x="1279492" y="18231"/>
                </a:cubicBezTo>
                <a:cubicBezTo>
                  <a:pt x="1284164" y="21722"/>
                  <a:pt x="1288505" y="25633"/>
                  <a:pt x="1292462" y="29917"/>
                </a:cubicBezTo>
                <a:cubicBezTo>
                  <a:pt x="1292546" y="30027"/>
                  <a:pt x="1292623" y="30139"/>
                  <a:pt x="1292700" y="30251"/>
                </a:cubicBezTo>
                <a:cubicBezTo>
                  <a:pt x="1295026" y="33742"/>
                  <a:pt x="1294084" y="38458"/>
                  <a:pt x="1290593" y="40787"/>
                </a:cubicBezTo>
                <a:lnTo>
                  <a:pt x="1277504" y="49902"/>
                </a:lnTo>
                <a:cubicBezTo>
                  <a:pt x="1274489" y="52127"/>
                  <a:pt x="1270293" y="51776"/>
                  <a:pt x="1267687" y="49083"/>
                </a:cubicBezTo>
                <a:lnTo>
                  <a:pt x="1264182" y="45811"/>
                </a:lnTo>
                <a:lnTo>
                  <a:pt x="1263481" y="45110"/>
                </a:lnTo>
                <a:cubicBezTo>
                  <a:pt x="1252659" y="36087"/>
                  <a:pt x="1239005" y="31163"/>
                  <a:pt x="1224914" y="31204"/>
                </a:cubicBezTo>
                <a:lnTo>
                  <a:pt x="1222344" y="31204"/>
                </a:lnTo>
                <a:lnTo>
                  <a:pt x="1218138" y="31204"/>
                </a:lnTo>
                <a:cubicBezTo>
                  <a:pt x="1214489" y="31593"/>
                  <a:pt x="1210890" y="32337"/>
                  <a:pt x="1207385" y="33424"/>
                </a:cubicBezTo>
                <a:cubicBezTo>
                  <a:pt x="1186411" y="39678"/>
                  <a:pt x="1170459" y="56787"/>
                  <a:pt x="1165686" y="78148"/>
                </a:cubicBezTo>
                <a:cubicBezTo>
                  <a:pt x="1158409" y="110714"/>
                  <a:pt x="1178911" y="143011"/>
                  <a:pt x="1211476" y="150288"/>
                </a:cubicBezTo>
                <a:lnTo>
                  <a:pt x="1216384" y="151222"/>
                </a:lnTo>
                <a:lnTo>
                  <a:pt x="1217904" y="151222"/>
                </a:lnTo>
                <a:lnTo>
                  <a:pt x="1229590" y="151222"/>
                </a:lnTo>
                <a:cubicBezTo>
                  <a:pt x="1232617" y="151015"/>
                  <a:pt x="1235625" y="150585"/>
                  <a:pt x="1238588" y="149937"/>
                </a:cubicBezTo>
                <a:lnTo>
                  <a:pt x="1240224" y="149937"/>
                </a:lnTo>
                <a:lnTo>
                  <a:pt x="1241861" y="149937"/>
                </a:lnTo>
                <a:lnTo>
                  <a:pt x="1248756" y="147482"/>
                </a:lnTo>
                <a:lnTo>
                  <a:pt x="1250158" y="147482"/>
                </a:lnTo>
                <a:lnTo>
                  <a:pt x="1251444" y="146899"/>
                </a:lnTo>
                <a:lnTo>
                  <a:pt x="1252845" y="146197"/>
                </a:lnTo>
                <a:lnTo>
                  <a:pt x="1256001" y="144560"/>
                </a:lnTo>
                <a:lnTo>
                  <a:pt x="1256936" y="144560"/>
                </a:lnTo>
                <a:cubicBezTo>
                  <a:pt x="1265859" y="137697"/>
                  <a:pt x="1272961" y="128748"/>
                  <a:pt x="1277621" y="118500"/>
                </a:cubicBezTo>
                <a:cubicBezTo>
                  <a:pt x="1278365" y="116375"/>
                  <a:pt x="1277919" y="114015"/>
                  <a:pt x="1276453" y="112307"/>
                </a:cubicBezTo>
                <a:cubicBezTo>
                  <a:pt x="1275145" y="110934"/>
                  <a:pt x="1273323" y="110171"/>
                  <a:pt x="1271427" y="110203"/>
                </a:cubicBezTo>
                <a:lnTo>
                  <a:pt x="1237653" y="110203"/>
                </a:lnTo>
                <a:cubicBezTo>
                  <a:pt x="1233393" y="110203"/>
                  <a:pt x="1229941" y="106750"/>
                  <a:pt x="1229941" y="102490"/>
                </a:cubicBezTo>
                <a:lnTo>
                  <a:pt x="1229941" y="86714"/>
                </a:lnTo>
                <a:cubicBezTo>
                  <a:pt x="1229941" y="82454"/>
                  <a:pt x="1233393" y="79000"/>
                  <a:pt x="1237653" y="79000"/>
                </a:cubicBezTo>
                <a:lnTo>
                  <a:pt x="1307772" y="79000"/>
                </a:lnTo>
                <a:lnTo>
                  <a:pt x="1308473" y="79000"/>
                </a:lnTo>
                <a:cubicBezTo>
                  <a:pt x="1309961" y="79061"/>
                  <a:pt x="1311398" y="79560"/>
                  <a:pt x="1312606" y="80432"/>
                </a:cubicBezTo>
                <a:cubicBezTo>
                  <a:pt x="1316008" y="82888"/>
                  <a:pt x="1316774" y="87636"/>
                  <a:pt x="1314316" y="91037"/>
                </a:cubicBezTo>
                <a:lnTo>
                  <a:pt x="1314316" y="98868"/>
                </a:lnTo>
                <a:cubicBezTo>
                  <a:pt x="1314518" y="125045"/>
                  <a:pt x="1303295" y="150009"/>
                  <a:pt x="1283581" y="167233"/>
                </a:cubicBezTo>
                <a:lnTo>
                  <a:pt x="1280659" y="169686"/>
                </a:lnTo>
                <a:lnTo>
                  <a:pt x="1279141" y="170973"/>
                </a:lnTo>
                <a:cubicBezTo>
                  <a:pt x="1278222" y="171747"/>
                  <a:pt x="1277245" y="172450"/>
                  <a:pt x="1276219" y="173076"/>
                </a:cubicBezTo>
                <a:lnTo>
                  <a:pt x="1274699" y="174128"/>
                </a:lnTo>
                <a:lnTo>
                  <a:pt x="1271778" y="175997"/>
                </a:lnTo>
                <a:lnTo>
                  <a:pt x="1271193" y="175997"/>
                </a:lnTo>
                <a:lnTo>
                  <a:pt x="1269675" y="176933"/>
                </a:lnTo>
                <a:lnTo>
                  <a:pt x="1266636" y="178685"/>
                </a:lnTo>
                <a:lnTo>
                  <a:pt x="1265935" y="178685"/>
                </a:lnTo>
                <a:lnTo>
                  <a:pt x="1261027" y="181022"/>
                </a:lnTo>
                <a:lnTo>
                  <a:pt x="1260208" y="181022"/>
                </a:lnTo>
                <a:lnTo>
                  <a:pt x="1257053" y="182191"/>
                </a:lnTo>
                <a:lnTo>
                  <a:pt x="1255533" y="182191"/>
                </a:lnTo>
                <a:lnTo>
                  <a:pt x="1254599" y="182191"/>
                </a:lnTo>
                <a:lnTo>
                  <a:pt x="1252029" y="183127"/>
                </a:lnTo>
                <a:lnTo>
                  <a:pt x="1250976" y="183127"/>
                </a:lnTo>
                <a:lnTo>
                  <a:pt x="1249456" y="183127"/>
                </a:lnTo>
                <a:lnTo>
                  <a:pt x="1248405" y="183127"/>
                </a:lnTo>
                <a:lnTo>
                  <a:pt x="1245952" y="183127"/>
                </a:lnTo>
                <a:lnTo>
                  <a:pt x="1244782" y="183127"/>
                </a:lnTo>
                <a:lnTo>
                  <a:pt x="1243379" y="183127"/>
                </a:lnTo>
                <a:lnTo>
                  <a:pt x="1242095" y="183127"/>
                </a:lnTo>
                <a:lnTo>
                  <a:pt x="1239758" y="183127"/>
                </a:lnTo>
                <a:lnTo>
                  <a:pt x="1238471" y="183127"/>
                </a:lnTo>
                <a:lnTo>
                  <a:pt x="1237068" y="183127"/>
                </a:lnTo>
                <a:lnTo>
                  <a:pt x="1235550" y="183127"/>
                </a:lnTo>
                <a:lnTo>
                  <a:pt x="1233447" y="183127"/>
                </a:lnTo>
                <a:lnTo>
                  <a:pt x="1224682" y="183127"/>
                </a:lnTo>
                <a:cubicBezTo>
                  <a:pt x="1222501" y="183205"/>
                  <a:pt x="1220319" y="183205"/>
                  <a:pt x="1218138" y="183127"/>
                </a:cubicBezTo>
                <a:cubicBezTo>
                  <a:pt x="1167568" y="181318"/>
                  <a:pt x="1128040" y="138860"/>
                  <a:pt x="1129846" y="88292"/>
                </a:cubicBezTo>
                <a:cubicBezTo>
                  <a:pt x="1131201" y="50365"/>
                  <a:pt x="1155424" y="18648"/>
                  <a:pt x="1188784" y="5923"/>
                </a:cubicBezTo>
                <a:close/>
                <a:moveTo>
                  <a:pt x="1224681" y="0"/>
                </a:moveTo>
                <a:lnTo>
                  <a:pt x="1224682" y="0"/>
                </a:lnTo>
                <a:lnTo>
                  <a:pt x="1224681" y="1"/>
                </a:lnTo>
                <a:close/>
              </a:path>
            </a:pathLst>
          </a:custGeom>
          <a:solidFill>
            <a:schemeClr val="bg1"/>
          </a:solidFill>
          <a:ln w="48068" cap="flat">
            <a:noFill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Google Shape;858;p42">
            <a:extLst>
              <a:ext uri="{FF2B5EF4-FFF2-40B4-BE49-F238E27FC236}">
                <a16:creationId xmlns:a16="http://schemas.microsoft.com/office/drawing/2014/main" id="{85B55677-95A9-EAF6-35EF-D9F8D6EBC8F3}"/>
              </a:ext>
            </a:extLst>
          </p:cNvPr>
          <p:cNvSpPr/>
          <p:nvPr/>
        </p:nvSpPr>
        <p:spPr>
          <a:xfrm flipH="1">
            <a:off x="740344" y="1751985"/>
            <a:ext cx="10711312" cy="2020530"/>
          </a:xfrm>
          <a:custGeom>
            <a:avLst/>
            <a:gdLst/>
            <a:ahLst/>
            <a:cxnLst/>
            <a:rect l="l" t="t" r="r" b="b"/>
            <a:pathLst>
              <a:path w="8298179" h="1565328" extrusionOk="0">
                <a:moveTo>
                  <a:pt x="6915184" y="1285746"/>
                </a:moveTo>
                <a:cubicBezTo>
                  <a:pt x="6887994" y="1252701"/>
                  <a:pt x="6863749" y="1217788"/>
                  <a:pt x="6842528" y="1181441"/>
                </a:cubicBezTo>
                <a:lnTo>
                  <a:pt x="6842528" y="1181441"/>
                </a:lnTo>
                <a:cubicBezTo>
                  <a:pt x="6768207" y="1054162"/>
                  <a:pt x="6634299" y="973504"/>
                  <a:pt x="6486903" y="973504"/>
                </a:cubicBezTo>
                <a:lnTo>
                  <a:pt x="6486903" y="973504"/>
                </a:lnTo>
                <a:lnTo>
                  <a:pt x="6298181" y="973504"/>
                </a:lnTo>
                <a:cubicBezTo>
                  <a:pt x="6153514" y="973504"/>
                  <a:pt x="6018552" y="1049170"/>
                  <a:pt x="5945794" y="1174189"/>
                </a:cubicBezTo>
                <a:lnTo>
                  <a:pt x="5945794" y="1174189"/>
                </a:lnTo>
                <a:cubicBezTo>
                  <a:pt x="5855992" y="1328469"/>
                  <a:pt x="5714819" y="1451430"/>
                  <a:pt x="5539813" y="1517508"/>
                </a:cubicBezTo>
                <a:lnTo>
                  <a:pt x="5539813" y="1517508"/>
                </a:lnTo>
                <a:cubicBezTo>
                  <a:pt x="5237578" y="1631770"/>
                  <a:pt x="4875996" y="1535161"/>
                  <a:pt x="4670828" y="1285746"/>
                </a:cubicBezTo>
                <a:lnTo>
                  <a:pt x="4670828" y="1285746"/>
                </a:lnTo>
                <a:cubicBezTo>
                  <a:pt x="4643675" y="1252701"/>
                  <a:pt x="4619444" y="1217788"/>
                  <a:pt x="4598235" y="1181441"/>
                </a:cubicBezTo>
                <a:lnTo>
                  <a:pt x="4598235" y="1181441"/>
                </a:lnTo>
                <a:cubicBezTo>
                  <a:pt x="4523991" y="1054162"/>
                  <a:pt x="4390094" y="973504"/>
                  <a:pt x="4242749" y="973504"/>
                </a:cubicBezTo>
                <a:lnTo>
                  <a:pt x="4242749" y="973504"/>
                </a:lnTo>
                <a:lnTo>
                  <a:pt x="4053913" y="973504"/>
                </a:lnTo>
                <a:cubicBezTo>
                  <a:pt x="3909260" y="973504"/>
                  <a:pt x="3774309" y="1049170"/>
                  <a:pt x="3701526" y="1174189"/>
                </a:cubicBezTo>
                <a:lnTo>
                  <a:pt x="3701526" y="1174189"/>
                </a:lnTo>
                <a:cubicBezTo>
                  <a:pt x="3611737" y="1328469"/>
                  <a:pt x="3470551" y="1451430"/>
                  <a:pt x="3295570" y="1517508"/>
                </a:cubicBezTo>
                <a:lnTo>
                  <a:pt x="3295570" y="1517508"/>
                </a:lnTo>
                <a:cubicBezTo>
                  <a:pt x="2993323" y="1631770"/>
                  <a:pt x="2631741" y="1535161"/>
                  <a:pt x="2426573" y="1285746"/>
                </a:cubicBezTo>
                <a:lnTo>
                  <a:pt x="2426573" y="1285746"/>
                </a:lnTo>
                <a:cubicBezTo>
                  <a:pt x="2399408" y="1252701"/>
                  <a:pt x="2375188" y="1217788"/>
                  <a:pt x="2353980" y="1181441"/>
                </a:cubicBezTo>
                <a:lnTo>
                  <a:pt x="2353980" y="1181441"/>
                </a:lnTo>
                <a:cubicBezTo>
                  <a:pt x="2279697" y="1054162"/>
                  <a:pt x="2145789" y="973504"/>
                  <a:pt x="1998430" y="973504"/>
                </a:cubicBezTo>
                <a:lnTo>
                  <a:pt x="1998430" y="973504"/>
                </a:lnTo>
                <a:lnTo>
                  <a:pt x="1809581" y="973504"/>
                </a:lnTo>
                <a:cubicBezTo>
                  <a:pt x="1664954" y="973504"/>
                  <a:pt x="1530004" y="1049132"/>
                  <a:pt x="1457245" y="1174113"/>
                </a:cubicBezTo>
                <a:lnTo>
                  <a:pt x="1457245" y="1174113"/>
                </a:lnTo>
                <a:cubicBezTo>
                  <a:pt x="1367405" y="1328418"/>
                  <a:pt x="1226207" y="1451430"/>
                  <a:pt x="1051188" y="1517508"/>
                </a:cubicBezTo>
                <a:lnTo>
                  <a:pt x="1051188" y="1517508"/>
                </a:lnTo>
                <a:cubicBezTo>
                  <a:pt x="749068" y="1631770"/>
                  <a:pt x="387486" y="1535161"/>
                  <a:pt x="182318" y="1285746"/>
                </a:cubicBezTo>
                <a:lnTo>
                  <a:pt x="182318" y="1285746"/>
                </a:lnTo>
                <a:cubicBezTo>
                  <a:pt x="-26813" y="1031581"/>
                  <a:pt x="-61878" y="667193"/>
                  <a:pt x="107883" y="382141"/>
                </a:cubicBezTo>
                <a:lnTo>
                  <a:pt x="107883" y="382141"/>
                </a:lnTo>
                <a:cubicBezTo>
                  <a:pt x="276831" y="98474"/>
                  <a:pt x="609038" y="-46420"/>
                  <a:pt x="931935" y="13015"/>
                </a:cubicBezTo>
                <a:lnTo>
                  <a:pt x="931935" y="13015"/>
                </a:lnTo>
                <a:cubicBezTo>
                  <a:pt x="1157932" y="54646"/>
                  <a:pt x="1344406" y="197572"/>
                  <a:pt x="1455162" y="387183"/>
                </a:cubicBezTo>
                <a:lnTo>
                  <a:pt x="1455162" y="387183"/>
                </a:lnTo>
                <a:cubicBezTo>
                  <a:pt x="1527845" y="511618"/>
                  <a:pt x="1658909" y="590332"/>
                  <a:pt x="1803015" y="590332"/>
                </a:cubicBezTo>
                <a:lnTo>
                  <a:pt x="1803015" y="590332"/>
                </a:lnTo>
                <a:lnTo>
                  <a:pt x="1995382" y="590332"/>
                </a:lnTo>
                <a:cubicBezTo>
                  <a:pt x="2142321" y="590332"/>
                  <a:pt x="2276205" y="510614"/>
                  <a:pt x="2350957" y="384122"/>
                </a:cubicBezTo>
                <a:lnTo>
                  <a:pt x="2350957" y="384122"/>
                </a:lnTo>
                <a:lnTo>
                  <a:pt x="2352138" y="382141"/>
                </a:lnTo>
                <a:cubicBezTo>
                  <a:pt x="2521086" y="98474"/>
                  <a:pt x="2853293" y="-46420"/>
                  <a:pt x="3176216" y="13015"/>
                </a:cubicBezTo>
                <a:lnTo>
                  <a:pt x="3176216" y="13015"/>
                </a:lnTo>
                <a:cubicBezTo>
                  <a:pt x="3402288" y="54646"/>
                  <a:pt x="3588712" y="197572"/>
                  <a:pt x="3699430" y="387183"/>
                </a:cubicBezTo>
                <a:lnTo>
                  <a:pt x="3699430" y="387183"/>
                </a:lnTo>
                <a:cubicBezTo>
                  <a:pt x="3772100" y="511618"/>
                  <a:pt x="3903151" y="590332"/>
                  <a:pt x="4047258" y="590332"/>
                </a:cubicBezTo>
                <a:lnTo>
                  <a:pt x="4047258" y="590332"/>
                </a:lnTo>
                <a:lnTo>
                  <a:pt x="4239701" y="590332"/>
                </a:lnTo>
                <a:cubicBezTo>
                  <a:pt x="4386653" y="590332"/>
                  <a:pt x="4520574" y="510627"/>
                  <a:pt x="4595339" y="384135"/>
                </a:cubicBezTo>
                <a:lnTo>
                  <a:pt x="4595339" y="384135"/>
                </a:lnTo>
                <a:cubicBezTo>
                  <a:pt x="4595733" y="383462"/>
                  <a:pt x="4596114" y="382814"/>
                  <a:pt x="4596508" y="382141"/>
                </a:cubicBezTo>
                <a:lnTo>
                  <a:pt x="4596508" y="382141"/>
                </a:lnTo>
                <a:cubicBezTo>
                  <a:pt x="4765342" y="98474"/>
                  <a:pt x="5097548" y="-46420"/>
                  <a:pt x="5420471" y="13015"/>
                </a:cubicBezTo>
                <a:lnTo>
                  <a:pt x="5420471" y="13015"/>
                </a:lnTo>
                <a:cubicBezTo>
                  <a:pt x="5646531" y="54646"/>
                  <a:pt x="5832967" y="197572"/>
                  <a:pt x="5943749" y="387183"/>
                </a:cubicBezTo>
                <a:lnTo>
                  <a:pt x="5943749" y="387183"/>
                </a:lnTo>
                <a:cubicBezTo>
                  <a:pt x="6016444" y="511618"/>
                  <a:pt x="6147533" y="590332"/>
                  <a:pt x="6291640" y="590332"/>
                </a:cubicBezTo>
                <a:lnTo>
                  <a:pt x="6291640" y="590332"/>
                </a:lnTo>
                <a:lnTo>
                  <a:pt x="6483956" y="590332"/>
                </a:lnTo>
                <a:cubicBezTo>
                  <a:pt x="6630908" y="590332"/>
                  <a:pt x="6764829" y="510627"/>
                  <a:pt x="6839607" y="384122"/>
                </a:cubicBezTo>
                <a:lnTo>
                  <a:pt x="6839607" y="384122"/>
                </a:lnTo>
                <a:cubicBezTo>
                  <a:pt x="6839975" y="383462"/>
                  <a:pt x="6840382" y="382814"/>
                  <a:pt x="6840776" y="382141"/>
                </a:cubicBezTo>
                <a:lnTo>
                  <a:pt x="6840776" y="382141"/>
                </a:lnTo>
                <a:cubicBezTo>
                  <a:pt x="7009711" y="98474"/>
                  <a:pt x="7341816" y="-46420"/>
                  <a:pt x="7664828" y="13015"/>
                </a:cubicBezTo>
                <a:lnTo>
                  <a:pt x="7664828" y="13015"/>
                </a:lnTo>
                <a:cubicBezTo>
                  <a:pt x="8031413" y="80592"/>
                  <a:pt x="8294061" y="414310"/>
                  <a:pt x="8298240" y="781924"/>
                </a:cubicBezTo>
                <a:lnTo>
                  <a:pt x="8298240" y="781924"/>
                </a:lnTo>
                <a:cubicBezTo>
                  <a:pt x="8294519" y="1110308"/>
                  <a:pt x="8091332" y="1401392"/>
                  <a:pt x="7784093" y="1517508"/>
                </a:cubicBezTo>
                <a:lnTo>
                  <a:pt x="7784093" y="1517508"/>
                </a:lnTo>
                <a:cubicBezTo>
                  <a:pt x="7698889" y="1549715"/>
                  <a:pt x="7608985" y="1565171"/>
                  <a:pt x="7519196" y="1565159"/>
                </a:cubicBezTo>
                <a:lnTo>
                  <a:pt x="7519196" y="1565159"/>
                </a:lnTo>
                <a:cubicBezTo>
                  <a:pt x="7290444" y="1565159"/>
                  <a:pt x="7062454" y="1464854"/>
                  <a:pt x="6915184" y="1285746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431800" dist="38100" dir="2700000" sx="101000" sy="101000" algn="tl" rotWithShape="0">
              <a:schemeClr val="accent1">
                <a:alpha val="39000"/>
              </a:scheme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303;p33">
            <a:extLst>
              <a:ext uri="{FF2B5EF4-FFF2-40B4-BE49-F238E27FC236}">
                <a16:creationId xmlns:a16="http://schemas.microsoft.com/office/drawing/2014/main" id="{5E43F483-0A82-4320-AD61-108E5D304A87}"/>
              </a:ext>
            </a:extLst>
          </p:cNvPr>
          <p:cNvSpPr txBox="1"/>
          <p:nvPr/>
        </p:nvSpPr>
        <p:spPr>
          <a:xfrm>
            <a:off x="615165" y="4071174"/>
            <a:ext cx="2271923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1"/>
                </a:solidFill>
                <a:latin typeface="+mj-lt"/>
                <a:ea typeface="Barlow Condensed ExtraBold" panose="00000806000000000000"/>
                <a:cs typeface="Barlow Condensed ExtraBold" panose="00000806000000000000"/>
                <a:sym typeface="Barlow Condensed ExtraBold" panose="00000806000000000000"/>
              </a:rPr>
              <a:t>Airbag systems</a:t>
            </a:r>
            <a:endParaRPr lang="en-US" sz="1600" b="1" dirty="0">
              <a:solidFill>
                <a:schemeClr val="accent1"/>
              </a:solidFill>
              <a:latin typeface="+mj-lt"/>
              <a:ea typeface="Barlow Condensed ExtraBold" panose="00000806000000000000"/>
              <a:cs typeface="Barlow Condensed ExtraBold" panose="00000806000000000000"/>
              <a:sym typeface="Barlow Condensed ExtraBold" panose="00000806000000000000"/>
            </a:endParaRPr>
          </a:p>
        </p:txBody>
      </p:sp>
      <p:sp>
        <p:nvSpPr>
          <p:cNvPr id="14" name="Google Shape;318;p33">
            <a:extLst>
              <a:ext uri="{FF2B5EF4-FFF2-40B4-BE49-F238E27FC236}">
                <a16:creationId xmlns:a16="http://schemas.microsoft.com/office/drawing/2014/main" id="{E7777DAA-9E7E-CD73-0374-575B629ACF49}"/>
              </a:ext>
            </a:extLst>
          </p:cNvPr>
          <p:cNvSpPr txBox="1"/>
          <p:nvPr/>
        </p:nvSpPr>
        <p:spPr>
          <a:xfrm>
            <a:off x="381000" y="4551442"/>
            <a:ext cx="2740252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+mj-ea"/>
                <a:ea typeface="+mj-ea"/>
                <a:cs typeface="Open Sans"/>
                <a:sym typeface="Open Sans"/>
              </a:rPr>
              <a:t>Airbag systems are designed to protect passengers in the event of a collision. </a:t>
            </a:r>
          </a:p>
        </p:txBody>
      </p:sp>
      <p:sp>
        <p:nvSpPr>
          <p:cNvPr id="18" name="Google Shape;303;p33">
            <a:extLst>
              <a:ext uri="{FF2B5EF4-FFF2-40B4-BE49-F238E27FC236}">
                <a16:creationId xmlns:a16="http://schemas.microsoft.com/office/drawing/2014/main" id="{EBB2A2CA-1226-C4EC-3AFC-8285D0F2F427}"/>
              </a:ext>
            </a:extLst>
          </p:cNvPr>
          <p:cNvSpPr txBox="1"/>
          <p:nvPr/>
        </p:nvSpPr>
        <p:spPr>
          <a:xfrm>
            <a:off x="3510765" y="4071174"/>
            <a:ext cx="2271923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1"/>
                </a:solidFill>
                <a:latin typeface="+mj-lt"/>
                <a:ea typeface="Barlow Condensed ExtraBold" panose="00000806000000000000"/>
                <a:cs typeface="Barlow Condensed ExtraBold" panose="00000806000000000000"/>
                <a:sym typeface="Barlow Condensed ExtraBold" panose="00000806000000000000"/>
              </a:rPr>
              <a:t>Collision avoidance</a:t>
            </a:r>
          </a:p>
        </p:txBody>
      </p:sp>
      <p:sp>
        <p:nvSpPr>
          <p:cNvPr id="19" name="Google Shape;318;p33">
            <a:extLst>
              <a:ext uri="{FF2B5EF4-FFF2-40B4-BE49-F238E27FC236}">
                <a16:creationId xmlns:a16="http://schemas.microsoft.com/office/drawing/2014/main" id="{A269C9F1-7E56-45DC-D730-5F72F2BF2013}"/>
              </a:ext>
            </a:extLst>
          </p:cNvPr>
          <p:cNvSpPr txBox="1"/>
          <p:nvPr/>
        </p:nvSpPr>
        <p:spPr>
          <a:xfrm>
            <a:off x="3276600" y="4551442"/>
            <a:ext cx="2740252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+mj-ea"/>
                <a:ea typeface="+mj-ea"/>
                <a:cs typeface="Open Sans"/>
                <a:sym typeface="Open Sans"/>
              </a:rPr>
              <a:t>Crash test ratings are assigned based on a car's performance in various crash scenarios</a:t>
            </a:r>
          </a:p>
        </p:txBody>
      </p:sp>
      <p:sp>
        <p:nvSpPr>
          <p:cNvPr id="23" name="Google Shape;303;p33">
            <a:extLst>
              <a:ext uri="{FF2B5EF4-FFF2-40B4-BE49-F238E27FC236}">
                <a16:creationId xmlns:a16="http://schemas.microsoft.com/office/drawing/2014/main" id="{5A2B7D4F-79BD-E0FD-A702-D840CD7D1BF4}"/>
              </a:ext>
            </a:extLst>
          </p:cNvPr>
          <p:cNvSpPr txBox="1"/>
          <p:nvPr/>
        </p:nvSpPr>
        <p:spPr>
          <a:xfrm>
            <a:off x="6406365" y="4071174"/>
            <a:ext cx="2271923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1"/>
                </a:solidFill>
                <a:latin typeface="+mj-lt"/>
                <a:ea typeface="Barlow Condensed ExtraBold" panose="00000806000000000000"/>
                <a:cs typeface="Barlow Condensed ExtraBold" panose="00000806000000000000"/>
                <a:sym typeface="Barlow Condensed ExtraBold" panose="00000806000000000000"/>
              </a:rPr>
              <a:t>Driver assistance</a:t>
            </a:r>
          </a:p>
        </p:txBody>
      </p:sp>
      <p:sp>
        <p:nvSpPr>
          <p:cNvPr id="24" name="Google Shape;318;p33">
            <a:extLst>
              <a:ext uri="{FF2B5EF4-FFF2-40B4-BE49-F238E27FC236}">
                <a16:creationId xmlns:a16="http://schemas.microsoft.com/office/drawing/2014/main" id="{7EB86688-B4E4-C90A-B398-0383CD82A475}"/>
              </a:ext>
            </a:extLst>
          </p:cNvPr>
          <p:cNvSpPr txBox="1"/>
          <p:nvPr/>
        </p:nvSpPr>
        <p:spPr>
          <a:xfrm>
            <a:off x="6172200" y="4551442"/>
            <a:ext cx="2740252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+mj-ea"/>
                <a:ea typeface="+mj-ea"/>
                <a:cs typeface="Open Sans"/>
                <a:sym typeface="Open Sans"/>
              </a:rPr>
              <a:t>Collision avoidance technologies use sensors and cameras to detect potential crashes. </a:t>
            </a:r>
          </a:p>
        </p:txBody>
      </p:sp>
      <p:sp>
        <p:nvSpPr>
          <p:cNvPr id="28" name="Google Shape;303;p33">
            <a:extLst>
              <a:ext uri="{FF2B5EF4-FFF2-40B4-BE49-F238E27FC236}">
                <a16:creationId xmlns:a16="http://schemas.microsoft.com/office/drawing/2014/main" id="{DBCB42E4-45A2-F8C2-F79C-CDE0EB3A425F}"/>
              </a:ext>
            </a:extLst>
          </p:cNvPr>
          <p:cNvSpPr txBox="1"/>
          <p:nvPr/>
        </p:nvSpPr>
        <p:spPr>
          <a:xfrm>
            <a:off x="9301965" y="4071174"/>
            <a:ext cx="2271923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1"/>
                </a:solidFill>
                <a:latin typeface="+mj-lt"/>
                <a:ea typeface="Barlow Condensed ExtraBold" panose="00000806000000000000"/>
                <a:cs typeface="Barlow Condensed ExtraBold" panose="00000806000000000000"/>
                <a:sym typeface="Barlow Condensed ExtraBold" panose="00000806000000000000"/>
              </a:rPr>
              <a:t>Seatbelt technology</a:t>
            </a:r>
          </a:p>
        </p:txBody>
      </p:sp>
      <p:sp>
        <p:nvSpPr>
          <p:cNvPr id="29" name="Google Shape;318;p33">
            <a:extLst>
              <a:ext uri="{FF2B5EF4-FFF2-40B4-BE49-F238E27FC236}">
                <a16:creationId xmlns:a16="http://schemas.microsoft.com/office/drawing/2014/main" id="{D4647D30-3B72-ADCF-24FD-3EA084796C2E}"/>
              </a:ext>
            </a:extLst>
          </p:cNvPr>
          <p:cNvSpPr txBox="1"/>
          <p:nvPr/>
        </p:nvSpPr>
        <p:spPr>
          <a:xfrm>
            <a:off x="9067800" y="4551442"/>
            <a:ext cx="2740252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+mj-ea"/>
                <a:ea typeface="+mj-ea"/>
                <a:cs typeface="Open Sans"/>
                <a:sym typeface="Open Sans"/>
              </a:rPr>
              <a:t>Driver assistance features, such as lane - keeping assist and adaptive cruise control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87C55B-4506-6770-A480-4A52A781B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43" y="1991138"/>
            <a:ext cx="1447799" cy="144779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7FCEC8D-322D-C0E1-9374-1C82409D2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369" y="1918252"/>
            <a:ext cx="1492603" cy="149260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A17C565-51D8-D789-CD6A-0DCC34E614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414" y="1759226"/>
            <a:ext cx="1838739" cy="183873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66F4DAA-CACC-DC85-C9C3-57CC305B3D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883" y="1898373"/>
            <a:ext cx="1603039" cy="160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03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49A561E-496E-15CA-B5E1-1262940608AA}"/>
              </a:ext>
            </a:extLst>
          </p:cNvPr>
          <p:cNvSpPr txBox="1"/>
          <p:nvPr/>
        </p:nvSpPr>
        <p:spPr>
          <a:xfrm>
            <a:off x="2065779" y="213722"/>
            <a:ext cx="401117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2000" dirty="0">
                <a:solidFill>
                  <a:schemeClr val="accent1"/>
                </a:solidFill>
                <a:latin typeface="+mj-lt"/>
                <a:ea typeface="OPPOSans B" pitchFamily="18" charset="-122"/>
                <a:cs typeface="OPPOSans B" pitchFamily="18" charset="-122"/>
              </a:rPr>
              <a:t>Car Infographic</a:t>
            </a:r>
            <a:endParaRPr kumimoji="1" lang="zh-CN" altLang="en-US" sz="2000" dirty="0">
              <a:solidFill>
                <a:schemeClr val="accent1"/>
              </a:solidFill>
              <a:latin typeface="+mj-lt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B0DD53-9B0B-3ABF-D360-73100CDAE41A}"/>
              </a:ext>
            </a:extLst>
          </p:cNvPr>
          <p:cNvSpPr txBox="1"/>
          <p:nvPr/>
        </p:nvSpPr>
        <p:spPr>
          <a:xfrm>
            <a:off x="11482500" y="286660"/>
            <a:ext cx="3735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kumimoji="1">
                <a:latin typeface="OPPOSans R" pitchFamily="18" charset="-122"/>
                <a:ea typeface="OPPOSans R" pitchFamily="18" charset="-122"/>
                <a:cs typeface="OPPOSans R" pitchFamily="18" charset="-122"/>
              </a:defRPr>
            </a:lvl1pPr>
          </a:lstStyle>
          <a:p>
            <a:pPr algn="r"/>
            <a:r>
              <a:rPr lang="en-US" altLang="zh-CN" sz="1200" dirty="0" err="1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  <a:cs typeface="OPPOSans H" pitchFamily="18" charset="-122"/>
              </a:rPr>
              <a:t>AiPPT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  <a:latin typeface="+mj-ea"/>
              <a:ea typeface="+mj-ea"/>
              <a:cs typeface="OPPOSans H" pitchFamily="18" charset="-122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5D56CA25-93A6-8298-9E7B-1F089272D3AE}"/>
              </a:ext>
            </a:extLst>
          </p:cNvPr>
          <p:cNvCxnSpPr>
            <a:cxnSpLocks/>
          </p:cNvCxnSpPr>
          <p:nvPr/>
        </p:nvCxnSpPr>
        <p:spPr>
          <a:xfrm>
            <a:off x="336000" y="724727"/>
            <a:ext cx="115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1F99ACEB-7184-496A-FEC5-987A77A3A1AF}"/>
              </a:ext>
            </a:extLst>
          </p:cNvPr>
          <p:cNvSpPr/>
          <p:nvPr/>
        </p:nvSpPr>
        <p:spPr>
          <a:xfrm>
            <a:off x="340663" y="169610"/>
            <a:ext cx="1512000" cy="396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317500" dist="152400" dir="5400000" sx="90000" sy="9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OPPOSans R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198A9A-B341-F7AD-08A6-206FCC59E4BD}"/>
              </a:ext>
            </a:extLst>
          </p:cNvPr>
          <p:cNvSpPr txBox="1"/>
          <p:nvPr/>
        </p:nvSpPr>
        <p:spPr>
          <a:xfrm>
            <a:off x="541666" y="298324"/>
            <a:ext cx="1109995" cy="138572"/>
          </a:xfrm>
          <a:custGeom>
            <a:avLst/>
            <a:gdLst>
              <a:gd name="connsiteX0" fmla="*/ 568487 w 1507141"/>
              <a:gd name="connsiteY0" fmla="*/ 37280 h 188151"/>
              <a:gd name="connsiteX1" fmla="*/ 560658 w 1507141"/>
              <a:gd name="connsiteY1" fmla="*/ 44876 h 188151"/>
              <a:gd name="connsiteX2" fmla="*/ 560658 w 1507141"/>
              <a:gd name="connsiteY2" fmla="*/ 44993 h 188151"/>
              <a:gd name="connsiteX3" fmla="*/ 560658 w 1507141"/>
              <a:gd name="connsiteY3" fmla="*/ 83208 h 188151"/>
              <a:gd name="connsiteX4" fmla="*/ 568370 w 1507141"/>
              <a:gd name="connsiteY4" fmla="*/ 90922 h 188151"/>
              <a:gd name="connsiteX5" fmla="*/ 568487 w 1507141"/>
              <a:gd name="connsiteY5" fmla="*/ 90920 h 188151"/>
              <a:gd name="connsiteX6" fmla="*/ 616284 w 1507141"/>
              <a:gd name="connsiteY6" fmla="*/ 90920 h 188151"/>
              <a:gd name="connsiteX7" fmla="*/ 644098 w 1507141"/>
              <a:gd name="connsiteY7" fmla="*/ 64977 h 188151"/>
              <a:gd name="connsiteX8" fmla="*/ 618289 w 1507141"/>
              <a:gd name="connsiteY8" fmla="*/ 37296 h 188151"/>
              <a:gd name="connsiteX9" fmla="*/ 617219 w 1507141"/>
              <a:gd name="connsiteY9" fmla="*/ 37280 h 188151"/>
              <a:gd name="connsiteX10" fmla="*/ 1415753 w 1507141"/>
              <a:gd name="connsiteY10" fmla="*/ 36113 h 188151"/>
              <a:gd name="connsiteX11" fmla="*/ 1415753 w 1507141"/>
              <a:gd name="connsiteY11" fmla="*/ 36230 h 188151"/>
              <a:gd name="connsiteX12" fmla="*/ 1355218 w 1507141"/>
              <a:gd name="connsiteY12" fmla="*/ 96530 h 188151"/>
              <a:gd name="connsiteX13" fmla="*/ 1415519 w 1507141"/>
              <a:gd name="connsiteY13" fmla="*/ 157065 h 188151"/>
              <a:gd name="connsiteX14" fmla="*/ 1476055 w 1507141"/>
              <a:gd name="connsiteY14" fmla="*/ 96763 h 188151"/>
              <a:gd name="connsiteX15" fmla="*/ 1476055 w 1507141"/>
              <a:gd name="connsiteY15" fmla="*/ 96646 h 188151"/>
              <a:gd name="connsiteX16" fmla="*/ 1415753 w 1507141"/>
              <a:gd name="connsiteY16" fmla="*/ 36113 h 188151"/>
              <a:gd name="connsiteX17" fmla="*/ 1026131 w 1507141"/>
              <a:gd name="connsiteY17" fmla="*/ 33069 h 188151"/>
              <a:gd name="connsiteX18" fmla="*/ 1025426 w 1507141"/>
              <a:gd name="connsiteY18" fmla="*/ 33074 h 188151"/>
              <a:gd name="connsiteX19" fmla="*/ 965594 w 1507141"/>
              <a:gd name="connsiteY19" fmla="*/ 94074 h 188151"/>
              <a:gd name="connsiteX20" fmla="*/ 1026596 w 1507141"/>
              <a:gd name="connsiteY20" fmla="*/ 153905 h 188151"/>
              <a:gd name="connsiteX21" fmla="*/ 1086429 w 1507141"/>
              <a:gd name="connsiteY21" fmla="*/ 93376 h 188151"/>
              <a:gd name="connsiteX22" fmla="*/ 1026131 w 1507141"/>
              <a:gd name="connsiteY22" fmla="*/ 33069 h 188151"/>
              <a:gd name="connsiteX23" fmla="*/ 246174 w 1507141"/>
              <a:gd name="connsiteY23" fmla="*/ 32839 h 188151"/>
              <a:gd name="connsiteX24" fmla="*/ 246174 w 1507141"/>
              <a:gd name="connsiteY24" fmla="*/ 33307 h 188151"/>
              <a:gd name="connsiteX25" fmla="*/ 185404 w 1507141"/>
              <a:gd name="connsiteY25" fmla="*/ 93842 h 188151"/>
              <a:gd name="connsiteX26" fmla="*/ 245940 w 1507141"/>
              <a:gd name="connsiteY26" fmla="*/ 154611 h 188151"/>
              <a:gd name="connsiteX27" fmla="*/ 306709 w 1507141"/>
              <a:gd name="connsiteY27" fmla="*/ 94074 h 188151"/>
              <a:gd name="connsiteX28" fmla="*/ 306709 w 1507141"/>
              <a:gd name="connsiteY28" fmla="*/ 93842 h 188151"/>
              <a:gd name="connsiteX29" fmla="*/ 246409 w 1507141"/>
              <a:gd name="connsiteY29" fmla="*/ 32839 h 188151"/>
              <a:gd name="connsiteX30" fmla="*/ 246174 w 1507141"/>
              <a:gd name="connsiteY30" fmla="*/ 32839 h 188151"/>
              <a:gd name="connsiteX31" fmla="*/ 537167 w 1507141"/>
              <a:gd name="connsiteY31" fmla="*/ 5610 h 188151"/>
              <a:gd name="connsiteX32" fmla="*/ 615933 w 1507141"/>
              <a:gd name="connsiteY32" fmla="*/ 5610 h 188151"/>
              <a:gd name="connsiteX33" fmla="*/ 657538 w 1507141"/>
              <a:gd name="connsiteY33" fmla="*/ 21971 h 188151"/>
              <a:gd name="connsiteX34" fmla="*/ 676002 w 1507141"/>
              <a:gd name="connsiteY34" fmla="*/ 62056 h 188151"/>
              <a:gd name="connsiteX35" fmla="*/ 648305 w 1507141"/>
              <a:gd name="connsiteY35" fmla="*/ 114059 h 188151"/>
              <a:gd name="connsiteX36" fmla="*/ 645501 w 1507141"/>
              <a:gd name="connsiteY36" fmla="*/ 123759 h 188151"/>
              <a:gd name="connsiteX37" fmla="*/ 668172 w 1507141"/>
              <a:gd name="connsiteY37" fmla="*/ 171323 h 188151"/>
              <a:gd name="connsiteX38" fmla="*/ 665552 w 1507141"/>
              <a:gd name="connsiteY38" fmla="*/ 181912 h 188151"/>
              <a:gd name="connsiteX39" fmla="*/ 661159 w 1507141"/>
              <a:gd name="connsiteY39" fmla="*/ 183010 h 188151"/>
              <a:gd name="connsiteX40" fmla="*/ 644448 w 1507141"/>
              <a:gd name="connsiteY40" fmla="*/ 181957 h 188151"/>
              <a:gd name="connsiteX41" fmla="*/ 637553 w 1507141"/>
              <a:gd name="connsiteY41" fmla="*/ 177517 h 188151"/>
              <a:gd name="connsiteX42" fmla="*/ 613362 w 1507141"/>
              <a:gd name="connsiteY42" fmla="*/ 126914 h 188151"/>
              <a:gd name="connsiteX43" fmla="*/ 606469 w 1507141"/>
              <a:gd name="connsiteY43" fmla="*/ 122591 h 188151"/>
              <a:gd name="connsiteX44" fmla="*/ 568487 w 1507141"/>
              <a:gd name="connsiteY44" fmla="*/ 122591 h 188151"/>
              <a:gd name="connsiteX45" fmla="*/ 560658 w 1507141"/>
              <a:gd name="connsiteY45" fmla="*/ 130187 h 188151"/>
              <a:gd name="connsiteX46" fmla="*/ 560658 w 1507141"/>
              <a:gd name="connsiteY46" fmla="*/ 130303 h 188151"/>
              <a:gd name="connsiteX47" fmla="*/ 560658 w 1507141"/>
              <a:gd name="connsiteY47" fmla="*/ 174128 h 188151"/>
              <a:gd name="connsiteX48" fmla="*/ 553062 w 1507141"/>
              <a:gd name="connsiteY48" fmla="*/ 181957 h 188151"/>
              <a:gd name="connsiteX49" fmla="*/ 552944 w 1507141"/>
              <a:gd name="connsiteY49" fmla="*/ 181957 h 188151"/>
              <a:gd name="connsiteX50" fmla="*/ 537167 w 1507141"/>
              <a:gd name="connsiteY50" fmla="*/ 181957 h 188151"/>
              <a:gd name="connsiteX51" fmla="*/ 529455 w 1507141"/>
              <a:gd name="connsiteY51" fmla="*/ 174128 h 188151"/>
              <a:gd name="connsiteX52" fmla="*/ 529455 w 1507141"/>
              <a:gd name="connsiteY52" fmla="*/ 13324 h 188151"/>
              <a:gd name="connsiteX53" fmla="*/ 537167 w 1507141"/>
              <a:gd name="connsiteY53" fmla="*/ 5610 h 188151"/>
              <a:gd name="connsiteX54" fmla="*/ 359883 w 1507141"/>
              <a:gd name="connsiteY54" fmla="*/ 5610 h 188151"/>
              <a:gd name="connsiteX55" fmla="*/ 376011 w 1507141"/>
              <a:gd name="connsiteY55" fmla="*/ 5610 h 188151"/>
              <a:gd name="connsiteX56" fmla="*/ 383725 w 1507141"/>
              <a:gd name="connsiteY56" fmla="*/ 13324 h 188151"/>
              <a:gd name="connsiteX57" fmla="*/ 383725 w 1507141"/>
              <a:gd name="connsiteY57" fmla="*/ 100504 h 188151"/>
              <a:gd name="connsiteX58" fmla="*/ 430583 w 1507141"/>
              <a:gd name="connsiteY58" fmla="*/ 152162 h 188151"/>
              <a:gd name="connsiteX59" fmla="*/ 482240 w 1507141"/>
              <a:gd name="connsiteY59" fmla="*/ 105303 h 188151"/>
              <a:gd name="connsiteX60" fmla="*/ 482240 w 1507141"/>
              <a:gd name="connsiteY60" fmla="*/ 100504 h 188151"/>
              <a:gd name="connsiteX61" fmla="*/ 482240 w 1507141"/>
              <a:gd name="connsiteY61" fmla="*/ 13324 h 188151"/>
              <a:gd name="connsiteX62" fmla="*/ 489954 w 1507141"/>
              <a:gd name="connsiteY62" fmla="*/ 5610 h 188151"/>
              <a:gd name="connsiteX63" fmla="*/ 506080 w 1507141"/>
              <a:gd name="connsiteY63" fmla="*/ 5610 h 188151"/>
              <a:gd name="connsiteX64" fmla="*/ 513795 w 1507141"/>
              <a:gd name="connsiteY64" fmla="*/ 13324 h 188151"/>
              <a:gd name="connsiteX65" fmla="*/ 513795 w 1507141"/>
              <a:gd name="connsiteY65" fmla="*/ 101088 h 188151"/>
              <a:gd name="connsiteX66" fmla="*/ 433157 w 1507141"/>
              <a:gd name="connsiteY66" fmla="*/ 181957 h 188151"/>
              <a:gd name="connsiteX67" fmla="*/ 433040 w 1507141"/>
              <a:gd name="connsiteY67" fmla="*/ 181957 h 188151"/>
              <a:gd name="connsiteX68" fmla="*/ 352171 w 1507141"/>
              <a:gd name="connsiteY68" fmla="*/ 101088 h 188151"/>
              <a:gd name="connsiteX69" fmla="*/ 352171 w 1507141"/>
              <a:gd name="connsiteY69" fmla="*/ 13324 h 188151"/>
              <a:gd name="connsiteX70" fmla="*/ 359883 w 1507141"/>
              <a:gd name="connsiteY70" fmla="*/ 5610 h 188151"/>
              <a:gd name="connsiteX71" fmla="*/ 141114 w 1507141"/>
              <a:gd name="connsiteY71" fmla="*/ 5610 h 188151"/>
              <a:gd name="connsiteX72" fmla="*/ 156306 w 1507141"/>
              <a:gd name="connsiteY72" fmla="*/ 5610 h 188151"/>
              <a:gd name="connsiteX73" fmla="*/ 163598 w 1507141"/>
              <a:gd name="connsiteY73" fmla="*/ 13722 h 188151"/>
              <a:gd name="connsiteX74" fmla="*/ 162500 w 1507141"/>
              <a:gd name="connsiteY74" fmla="*/ 17296 h 188151"/>
              <a:gd name="connsiteX75" fmla="*/ 99626 w 1507141"/>
              <a:gd name="connsiteY75" fmla="*/ 104244 h 188151"/>
              <a:gd name="connsiteX76" fmla="*/ 97523 w 1507141"/>
              <a:gd name="connsiteY76" fmla="*/ 110903 h 188151"/>
              <a:gd name="connsiteX77" fmla="*/ 97523 w 1507141"/>
              <a:gd name="connsiteY77" fmla="*/ 174245 h 188151"/>
              <a:gd name="connsiteX78" fmla="*/ 89810 w 1507141"/>
              <a:gd name="connsiteY78" fmla="*/ 181957 h 188151"/>
              <a:gd name="connsiteX79" fmla="*/ 73566 w 1507141"/>
              <a:gd name="connsiteY79" fmla="*/ 181957 h 188151"/>
              <a:gd name="connsiteX80" fmla="*/ 65853 w 1507141"/>
              <a:gd name="connsiteY80" fmla="*/ 174245 h 188151"/>
              <a:gd name="connsiteX81" fmla="*/ 65853 w 1507141"/>
              <a:gd name="connsiteY81" fmla="*/ 110903 h 188151"/>
              <a:gd name="connsiteX82" fmla="*/ 63749 w 1507141"/>
              <a:gd name="connsiteY82" fmla="*/ 104244 h 188151"/>
              <a:gd name="connsiteX83" fmla="*/ 1110 w 1507141"/>
              <a:gd name="connsiteY83" fmla="*/ 17880 h 188151"/>
              <a:gd name="connsiteX84" fmla="*/ 3730 w 1507141"/>
              <a:gd name="connsiteY84" fmla="*/ 7292 h 188151"/>
              <a:gd name="connsiteX85" fmla="*/ 7304 w 1507141"/>
              <a:gd name="connsiteY85" fmla="*/ 6194 h 188151"/>
              <a:gd name="connsiteX86" fmla="*/ 22964 w 1507141"/>
              <a:gd name="connsiteY86" fmla="*/ 6194 h 188151"/>
              <a:gd name="connsiteX87" fmla="*/ 28807 w 1507141"/>
              <a:gd name="connsiteY87" fmla="*/ 8882 h 188151"/>
              <a:gd name="connsiteX88" fmla="*/ 75552 w 1507141"/>
              <a:gd name="connsiteY88" fmla="*/ 74910 h 188151"/>
              <a:gd name="connsiteX89" fmla="*/ 81863 w 1507141"/>
              <a:gd name="connsiteY89" fmla="*/ 78065 h 188151"/>
              <a:gd name="connsiteX90" fmla="*/ 88057 w 1507141"/>
              <a:gd name="connsiteY90" fmla="*/ 74910 h 188151"/>
              <a:gd name="connsiteX91" fmla="*/ 134803 w 1507141"/>
              <a:gd name="connsiteY91" fmla="*/ 8882 h 188151"/>
              <a:gd name="connsiteX92" fmla="*/ 141114 w 1507141"/>
              <a:gd name="connsiteY92" fmla="*/ 5610 h 188151"/>
              <a:gd name="connsiteX93" fmla="*/ 1415286 w 1507141"/>
              <a:gd name="connsiteY93" fmla="*/ 4910 h 188151"/>
              <a:gd name="connsiteX94" fmla="*/ 1507141 w 1507141"/>
              <a:gd name="connsiteY94" fmla="*/ 96297 h 188151"/>
              <a:gd name="connsiteX95" fmla="*/ 1507141 w 1507141"/>
              <a:gd name="connsiteY95" fmla="*/ 96530 h 188151"/>
              <a:gd name="connsiteX96" fmla="*/ 1415753 w 1507141"/>
              <a:gd name="connsiteY96" fmla="*/ 188151 h 188151"/>
              <a:gd name="connsiteX97" fmla="*/ 1323898 w 1507141"/>
              <a:gd name="connsiteY97" fmla="*/ 96765 h 188151"/>
              <a:gd name="connsiteX98" fmla="*/ 1415286 w 1507141"/>
              <a:gd name="connsiteY98" fmla="*/ 4910 h 188151"/>
              <a:gd name="connsiteX99" fmla="*/ 792047 w 1507141"/>
              <a:gd name="connsiteY99" fmla="*/ 4091 h 188151"/>
              <a:gd name="connsiteX100" fmla="*/ 808875 w 1507141"/>
              <a:gd name="connsiteY100" fmla="*/ 4091 h 188151"/>
              <a:gd name="connsiteX101" fmla="*/ 816589 w 1507141"/>
              <a:gd name="connsiteY101" fmla="*/ 11805 h 188151"/>
              <a:gd name="connsiteX102" fmla="*/ 816589 w 1507141"/>
              <a:gd name="connsiteY102" fmla="*/ 144443 h 188151"/>
              <a:gd name="connsiteX103" fmla="*/ 824301 w 1507141"/>
              <a:gd name="connsiteY103" fmla="*/ 152157 h 188151"/>
              <a:gd name="connsiteX104" fmla="*/ 919780 w 1507141"/>
              <a:gd name="connsiteY104" fmla="*/ 152157 h 188151"/>
              <a:gd name="connsiteX105" fmla="*/ 927494 w 1507141"/>
              <a:gd name="connsiteY105" fmla="*/ 159870 h 188151"/>
              <a:gd name="connsiteX106" fmla="*/ 927494 w 1507141"/>
              <a:gd name="connsiteY106" fmla="*/ 175413 h 188151"/>
              <a:gd name="connsiteX107" fmla="*/ 920015 w 1507141"/>
              <a:gd name="connsiteY107" fmla="*/ 183125 h 188151"/>
              <a:gd name="connsiteX108" fmla="*/ 919780 w 1507141"/>
              <a:gd name="connsiteY108" fmla="*/ 183125 h 188151"/>
              <a:gd name="connsiteX109" fmla="*/ 792047 w 1507141"/>
              <a:gd name="connsiteY109" fmla="*/ 183125 h 188151"/>
              <a:gd name="connsiteX110" fmla="*/ 784335 w 1507141"/>
              <a:gd name="connsiteY110" fmla="*/ 175648 h 188151"/>
              <a:gd name="connsiteX111" fmla="*/ 784335 w 1507141"/>
              <a:gd name="connsiteY111" fmla="*/ 175413 h 188151"/>
              <a:gd name="connsiteX112" fmla="*/ 784335 w 1507141"/>
              <a:gd name="connsiteY112" fmla="*/ 11805 h 188151"/>
              <a:gd name="connsiteX113" fmla="*/ 792047 w 1507141"/>
              <a:gd name="connsiteY113" fmla="*/ 4091 h 188151"/>
              <a:gd name="connsiteX114" fmla="*/ 1025426 w 1507141"/>
              <a:gd name="connsiteY114" fmla="*/ 1754 h 188151"/>
              <a:gd name="connsiteX115" fmla="*/ 1117048 w 1507141"/>
              <a:gd name="connsiteY115" fmla="*/ 93376 h 188151"/>
              <a:gd name="connsiteX116" fmla="*/ 1025426 w 1507141"/>
              <a:gd name="connsiteY116" fmla="*/ 184996 h 188151"/>
              <a:gd name="connsiteX117" fmla="*/ 933805 w 1507141"/>
              <a:gd name="connsiteY117" fmla="*/ 93376 h 188151"/>
              <a:gd name="connsiteX118" fmla="*/ 1025426 w 1507141"/>
              <a:gd name="connsiteY118" fmla="*/ 1754 h 188151"/>
              <a:gd name="connsiteX119" fmla="*/ 247109 w 1507141"/>
              <a:gd name="connsiteY119" fmla="*/ 1522 h 188151"/>
              <a:gd name="connsiteX120" fmla="*/ 338497 w 1507141"/>
              <a:gd name="connsiteY120" fmla="*/ 93374 h 188151"/>
              <a:gd name="connsiteX121" fmla="*/ 246643 w 1507141"/>
              <a:gd name="connsiteY121" fmla="*/ 185230 h 188151"/>
              <a:gd name="connsiteX122" fmla="*/ 246174 w 1507141"/>
              <a:gd name="connsiteY122" fmla="*/ 185228 h 188151"/>
              <a:gd name="connsiteX123" fmla="*/ 154788 w 1507141"/>
              <a:gd name="connsiteY123" fmla="*/ 92908 h 188151"/>
              <a:gd name="connsiteX124" fmla="*/ 247109 w 1507141"/>
              <a:gd name="connsiteY124" fmla="*/ 1522 h 188151"/>
              <a:gd name="connsiteX125" fmla="*/ 1224681 w 1507141"/>
              <a:gd name="connsiteY125" fmla="*/ 1 h 188151"/>
              <a:gd name="connsiteX126" fmla="*/ 1253557 w 1507141"/>
              <a:gd name="connsiteY126" fmla="*/ 4696 h 188151"/>
              <a:gd name="connsiteX127" fmla="*/ 1279492 w 1507141"/>
              <a:gd name="connsiteY127" fmla="*/ 18231 h 188151"/>
              <a:gd name="connsiteX128" fmla="*/ 1292462 w 1507141"/>
              <a:gd name="connsiteY128" fmla="*/ 29917 h 188151"/>
              <a:gd name="connsiteX129" fmla="*/ 1292700 w 1507141"/>
              <a:gd name="connsiteY129" fmla="*/ 30251 h 188151"/>
              <a:gd name="connsiteX130" fmla="*/ 1290593 w 1507141"/>
              <a:gd name="connsiteY130" fmla="*/ 40787 h 188151"/>
              <a:gd name="connsiteX131" fmla="*/ 1277504 w 1507141"/>
              <a:gd name="connsiteY131" fmla="*/ 49902 h 188151"/>
              <a:gd name="connsiteX132" fmla="*/ 1267687 w 1507141"/>
              <a:gd name="connsiteY132" fmla="*/ 49083 h 188151"/>
              <a:gd name="connsiteX133" fmla="*/ 1264182 w 1507141"/>
              <a:gd name="connsiteY133" fmla="*/ 45811 h 188151"/>
              <a:gd name="connsiteX134" fmla="*/ 1263481 w 1507141"/>
              <a:gd name="connsiteY134" fmla="*/ 45110 h 188151"/>
              <a:gd name="connsiteX135" fmla="*/ 1224914 w 1507141"/>
              <a:gd name="connsiteY135" fmla="*/ 31204 h 188151"/>
              <a:gd name="connsiteX136" fmla="*/ 1222344 w 1507141"/>
              <a:gd name="connsiteY136" fmla="*/ 31204 h 188151"/>
              <a:gd name="connsiteX137" fmla="*/ 1218138 w 1507141"/>
              <a:gd name="connsiteY137" fmla="*/ 31204 h 188151"/>
              <a:gd name="connsiteX138" fmla="*/ 1207385 w 1507141"/>
              <a:gd name="connsiteY138" fmla="*/ 33424 h 188151"/>
              <a:gd name="connsiteX139" fmla="*/ 1165686 w 1507141"/>
              <a:gd name="connsiteY139" fmla="*/ 78148 h 188151"/>
              <a:gd name="connsiteX140" fmla="*/ 1211476 w 1507141"/>
              <a:gd name="connsiteY140" fmla="*/ 150288 h 188151"/>
              <a:gd name="connsiteX141" fmla="*/ 1216384 w 1507141"/>
              <a:gd name="connsiteY141" fmla="*/ 151222 h 188151"/>
              <a:gd name="connsiteX142" fmla="*/ 1217904 w 1507141"/>
              <a:gd name="connsiteY142" fmla="*/ 151222 h 188151"/>
              <a:gd name="connsiteX143" fmla="*/ 1229590 w 1507141"/>
              <a:gd name="connsiteY143" fmla="*/ 151222 h 188151"/>
              <a:gd name="connsiteX144" fmla="*/ 1238588 w 1507141"/>
              <a:gd name="connsiteY144" fmla="*/ 149937 h 188151"/>
              <a:gd name="connsiteX145" fmla="*/ 1240224 w 1507141"/>
              <a:gd name="connsiteY145" fmla="*/ 149937 h 188151"/>
              <a:gd name="connsiteX146" fmla="*/ 1241861 w 1507141"/>
              <a:gd name="connsiteY146" fmla="*/ 149937 h 188151"/>
              <a:gd name="connsiteX147" fmla="*/ 1248756 w 1507141"/>
              <a:gd name="connsiteY147" fmla="*/ 147482 h 188151"/>
              <a:gd name="connsiteX148" fmla="*/ 1250158 w 1507141"/>
              <a:gd name="connsiteY148" fmla="*/ 147482 h 188151"/>
              <a:gd name="connsiteX149" fmla="*/ 1251444 w 1507141"/>
              <a:gd name="connsiteY149" fmla="*/ 146899 h 188151"/>
              <a:gd name="connsiteX150" fmla="*/ 1252845 w 1507141"/>
              <a:gd name="connsiteY150" fmla="*/ 146197 h 188151"/>
              <a:gd name="connsiteX151" fmla="*/ 1256001 w 1507141"/>
              <a:gd name="connsiteY151" fmla="*/ 144560 h 188151"/>
              <a:gd name="connsiteX152" fmla="*/ 1256936 w 1507141"/>
              <a:gd name="connsiteY152" fmla="*/ 144560 h 188151"/>
              <a:gd name="connsiteX153" fmla="*/ 1277621 w 1507141"/>
              <a:gd name="connsiteY153" fmla="*/ 118500 h 188151"/>
              <a:gd name="connsiteX154" fmla="*/ 1276453 w 1507141"/>
              <a:gd name="connsiteY154" fmla="*/ 112307 h 188151"/>
              <a:gd name="connsiteX155" fmla="*/ 1271427 w 1507141"/>
              <a:gd name="connsiteY155" fmla="*/ 110203 h 188151"/>
              <a:gd name="connsiteX156" fmla="*/ 1237653 w 1507141"/>
              <a:gd name="connsiteY156" fmla="*/ 110203 h 188151"/>
              <a:gd name="connsiteX157" fmla="*/ 1229941 w 1507141"/>
              <a:gd name="connsiteY157" fmla="*/ 102490 h 188151"/>
              <a:gd name="connsiteX158" fmla="*/ 1229941 w 1507141"/>
              <a:gd name="connsiteY158" fmla="*/ 86714 h 188151"/>
              <a:gd name="connsiteX159" fmla="*/ 1237653 w 1507141"/>
              <a:gd name="connsiteY159" fmla="*/ 79000 h 188151"/>
              <a:gd name="connsiteX160" fmla="*/ 1307772 w 1507141"/>
              <a:gd name="connsiteY160" fmla="*/ 79000 h 188151"/>
              <a:gd name="connsiteX161" fmla="*/ 1308473 w 1507141"/>
              <a:gd name="connsiteY161" fmla="*/ 79000 h 188151"/>
              <a:gd name="connsiteX162" fmla="*/ 1312606 w 1507141"/>
              <a:gd name="connsiteY162" fmla="*/ 80432 h 188151"/>
              <a:gd name="connsiteX163" fmla="*/ 1314316 w 1507141"/>
              <a:gd name="connsiteY163" fmla="*/ 91037 h 188151"/>
              <a:gd name="connsiteX164" fmla="*/ 1314316 w 1507141"/>
              <a:gd name="connsiteY164" fmla="*/ 98868 h 188151"/>
              <a:gd name="connsiteX165" fmla="*/ 1283581 w 1507141"/>
              <a:gd name="connsiteY165" fmla="*/ 167233 h 188151"/>
              <a:gd name="connsiteX166" fmla="*/ 1280659 w 1507141"/>
              <a:gd name="connsiteY166" fmla="*/ 169686 h 188151"/>
              <a:gd name="connsiteX167" fmla="*/ 1279141 w 1507141"/>
              <a:gd name="connsiteY167" fmla="*/ 170973 h 188151"/>
              <a:gd name="connsiteX168" fmla="*/ 1276219 w 1507141"/>
              <a:gd name="connsiteY168" fmla="*/ 173076 h 188151"/>
              <a:gd name="connsiteX169" fmla="*/ 1274699 w 1507141"/>
              <a:gd name="connsiteY169" fmla="*/ 174128 h 188151"/>
              <a:gd name="connsiteX170" fmla="*/ 1271778 w 1507141"/>
              <a:gd name="connsiteY170" fmla="*/ 175997 h 188151"/>
              <a:gd name="connsiteX171" fmla="*/ 1271193 w 1507141"/>
              <a:gd name="connsiteY171" fmla="*/ 175997 h 188151"/>
              <a:gd name="connsiteX172" fmla="*/ 1269675 w 1507141"/>
              <a:gd name="connsiteY172" fmla="*/ 176933 h 188151"/>
              <a:gd name="connsiteX173" fmla="*/ 1266636 w 1507141"/>
              <a:gd name="connsiteY173" fmla="*/ 178685 h 188151"/>
              <a:gd name="connsiteX174" fmla="*/ 1265935 w 1507141"/>
              <a:gd name="connsiteY174" fmla="*/ 178685 h 188151"/>
              <a:gd name="connsiteX175" fmla="*/ 1261027 w 1507141"/>
              <a:gd name="connsiteY175" fmla="*/ 181022 h 188151"/>
              <a:gd name="connsiteX176" fmla="*/ 1260208 w 1507141"/>
              <a:gd name="connsiteY176" fmla="*/ 181022 h 188151"/>
              <a:gd name="connsiteX177" fmla="*/ 1257053 w 1507141"/>
              <a:gd name="connsiteY177" fmla="*/ 182191 h 188151"/>
              <a:gd name="connsiteX178" fmla="*/ 1255533 w 1507141"/>
              <a:gd name="connsiteY178" fmla="*/ 182191 h 188151"/>
              <a:gd name="connsiteX179" fmla="*/ 1254599 w 1507141"/>
              <a:gd name="connsiteY179" fmla="*/ 182191 h 188151"/>
              <a:gd name="connsiteX180" fmla="*/ 1252029 w 1507141"/>
              <a:gd name="connsiteY180" fmla="*/ 183127 h 188151"/>
              <a:gd name="connsiteX181" fmla="*/ 1250976 w 1507141"/>
              <a:gd name="connsiteY181" fmla="*/ 183127 h 188151"/>
              <a:gd name="connsiteX182" fmla="*/ 1249456 w 1507141"/>
              <a:gd name="connsiteY182" fmla="*/ 183127 h 188151"/>
              <a:gd name="connsiteX183" fmla="*/ 1248405 w 1507141"/>
              <a:gd name="connsiteY183" fmla="*/ 183127 h 188151"/>
              <a:gd name="connsiteX184" fmla="*/ 1245952 w 1507141"/>
              <a:gd name="connsiteY184" fmla="*/ 183127 h 188151"/>
              <a:gd name="connsiteX185" fmla="*/ 1244782 w 1507141"/>
              <a:gd name="connsiteY185" fmla="*/ 183127 h 188151"/>
              <a:gd name="connsiteX186" fmla="*/ 1243379 w 1507141"/>
              <a:gd name="connsiteY186" fmla="*/ 183127 h 188151"/>
              <a:gd name="connsiteX187" fmla="*/ 1242095 w 1507141"/>
              <a:gd name="connsiteY187" fmla="*/ 183127 h 188151"/>
              <a:gd name="connsiteX188" fmla="*/ 1239758 w 1507141"/>
              <a:gd name="connsiteY188" fmla="*/ 183127 h 188151"/>
              <a:gd name="connsiteX189" fmla="*/ 1238471 w 1507141"/>
              <a:gd name="connsiteY189" fmla="*/ 183127 h 188151"/>
              <a:gd name="connsiteX190" fmla="*/ 1237068 w 1507141"/>
              <a:gd name="connsiteY190" fmla="*/ 183127 h 188151"/>
              <a:gd name="connsiteX191" fmla="*/ 1235550 w 1507141"/>
              <a:gd name="connsiteY191" fmla="*/ 183127 h 188151"/>
              <a:gd name="connsiteX192" fmla="*/ 1233447 w 1507141"/>
              <a:gd name="connsiteY192" fmla="*/ 183127 h 188151"/>
              <a:gd name="connsiteX193" fmla="*/ 1224682 w 1507141"/>
              <a:gd name="connsiteY193" fmla="*/ 183127 h 188151"/>
              <a:gd name="connsiteX194" fmla="*/ 1218138 w 1507141"/>
              <a:gd name="connsiteY194" fmla="*/ 183127 h 188151"/>
              <a:gd name="connsiteX195" fmla="*/ 1129846 w 1507141"/>
              <a:gd name="connsiteY195" fmla="*/ 88292 h 188151"/>
              <a:gd name="connsiteX196" fmla="*/ 1188784 w 1507141"/>
              <a:gd name="connsiteY196" fmla="*/ 5923 h 188151"/>
              <a:gd name="connsiteX197" fmla="*/ 1224681 w 1507141"/>
              <a:gd name="connsiteY197" fmla="*/ 0 h 188151"/>
              <a:gd name="connsiteX198" fmla="*/ 1224682 w 1507141"/>
              <a:gd name="connsiteY198" fmla="*/ 0 h 188151"/>
              <a:gd name="connsiteX199" fmla="*/ 1224681 w 1507141"/>
              <a:gd name="connsiteY199" fmla="*/ 1 h 18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1507141" h="188151">
                <a:moveTo>
                  <a:pt x="568487" y="37280"/>
                </a:moveTo>
                <a:cubicBezTo>
                  <a:pt x="564228" y="37216"/>
                  <a:pt x="560722" y="40616"/>
                  <a:pt x="560658" y="44876"/>
                </a:cubicBezTo>
                <a:cubicBezTo>
                  <a:pt x="560658" y="44915"/>
                  <a:pt x="560658" y="44954"/>
                  <a:pt x="560658" y="44993"/>
                </a:cubicBezTo>
                <a:lnTo>
                  <a:pt x="560658" y="83208"/>
                </a:lnTo>
                <a:cubicBezTo>
                  <a:pt x="560656" y="87467"/>
                  <a:pt x="564110" y="90920"/>
                  <a:pt x="568370" y="90922"/>
                </a:cubicBezTo>
                <a:cubicBezTo>
                  <a:pt x="568409" y="90922"/>
                  <a:pt x="568448" y="90920"/>
                  <a:pt x="568487" y="90920"/>
                </a:cubicBezTo>
                <a:lnTo>
                  <a:pt x="616284" y="90920"/>
                </a:lnTo>
                <a:cubicBezTo>
                  <a:pt x="630990" y="91071"/>
                  <a:pt x="643227" y="79656"/>
                  <a:pt x="644098" y="64977"/>
                </a:cubicBezTo>
                <a:cubicBezTo>
                  <a:pt x="644615" y="50205"/>
                  <a:pt x="633059" y="37813"/>
                  <a:pt x="618289" y="37296"/>
                </a:cubicBezTo>
                <a:cubicBezTo>
                  <a:pt x="617931" y="37284"/>
                  <a:pt x="617575" y="37279"/>
                  <a:pt x="617219" y="37280"/>
                </a:cubicBezTo>
                <a:close/>
                <a:moveTo>
                  <a:pt x="1415753" y="36113"/>
                </a:moveTo>
                <a:lnTo>
                  <a:pt x="1415753" y="36230"/>
                </a:lnTo>
                <a:cubicBezTo>
                  <a:pt x="1382385" y="36164"/>
                  <a:pt x="1355282" y="63162"/>
                  <a:pt x="1355218" y="96530"/>
                </a:cubicBezTo>
                <a:cubicBezTo>
                  <a:pt x="1355153" y="129898"/>
                  <a:pt x="1382151" y="157001"/>
                  <a:pt x="1415519" y="157065"/>
                </a:cubicBezTo>
                <a:cubicBezTo>
                  <a:pt x="1448888" y="157129"/>
                  <a:pt x="1475991" y="130132"/>
                  <a:pt x="1476055" y="96763"/>
                </a:cubicBezTo>
                <a:cubicBezTo>
                  <a:pt x="1476055" y="96725"/>
                  <a:pt x="1476055" y="96686"/>
                  <a:pt x="1476055" y="96646"/>
                </a:cubicBezTo>
                <a:cubicBezTo>
                  <a:pt x="1476055" y="63306"/>
                  <a:pt x="1449095" y="36242"/>
                  <a:pt x="1415753" y="36113"/>
                </a:cubicBezTo>
                <a:close/>
                <a:moveTo>
                  <a:pt x="1026131" y="33069"/>
                </a:moveTo>
                <a:cubicBezTo>
                  <a:pt x="1025896" y="33069"/>
                  <a:pt x="1025662" y="33071"/>
                  <a:pt x="1025426" y="33074"/>
                </a:cubicBezTo>
                <a:cubicBezTo>
                  <a:pt x="992059" y="33396"/>
                  <a:pt x="965272" y="60707"/>
                  <a:pt x="965594" y="94074"/>
                </a:cubicBezTo>
                <a:cubicBezTo>
                  <a:pt x="965918" y="127440"/>
                  <a:pt x="993229" y="154228"/>
                  <a:pt x="1026596" y="153905"/>
                </a:cubicBezTo>
                <a:cubicBezTo>
                  <a:pt x="1059778" y="153584"/>
                  <a:pt x="1086492" y="126560"/>
                  <a:pt x="1086429" y="93376"/>
                </a:cubicBezTo>
                <a:cubicBezTo>
                  <a:pt x="1086431" y="60071"/>
                  <a:pt x="1059436" y="33073"/>
                  <a:pt x="1026131" y="33069"/>
                </a:cubicBezTo>
                <a:close/>
                <a:moveTo>
                  <a:pt x="246174" y="32839"/>
                </a:moveTo>
                <a:lnTo>
                  <a:pt x="246174" y="33307"/>
                </a:lnTo>
                <a:cubicBezTo>
                  <a:pt x="212676" y="33242"/>
                  <a:pt x="185469" y="60344"/>
                  <a:pt x="185404" y="93842"/>
                </a:cubicBezTo>
                <a:cubicBezTo>
                  <a:pt x="185340" y="127340"/>
                  <a:pt x="212442" y="154545"/>
                  <a:pt x="245940" y="154611"/>
                </a:cubicBezTo>
                <a:cubicBezTo>
                  <a:pt x="279438" y="154675"/>
                  <a:pt x="306645" y="127572"/>
                  <a:pt x="306709" y="94074"/>
                </a:cubicBezTo>
                <a:cubicBezTo>
                  <a:pt x="306709" y="93998"/>
                  <a:pt x="306709" y="93920"/>
                  <a:pt x="306709" y="93842"/>
                </a:cubicBezTo>
                <a:cubicBezTo>
                  <a:pt x="306904" y="60344"/>
                  <a:pt x="279905" y="33034"/>
                  <a:pt x="246409" y="32839"/>
                </a:cubicBezTo>
                <a:cubicBezTo>
                  <a:pt x="246331" y="32839"/>
                  <a:pt x="246252" y="32839"/>
                  <a:pt x="246174" y="32839"/>
                </a:cubicBezTo>
                <a:close/>
                <a:moveTo>
                  <a:pt x="537167" y="5610"/>
                </a:moveTo>
                <a:lnTo>
                  <a:pt x="615933" y="5610"/>
                </a:lnTo>
                <a:cubicBezTo>
                  <a:pt x="631375" y="5591"/>
                  <a:pt x="646246" y="11439"/>
                  <a:pt x="657538" y="21971"/>
                </a:cubicBezTo>
                <a:cubicBezTo>
                  <a:pt x="668790" y="32336"/>
                  <a:pt x="675437" y="46767"/>
                  <a:pt x="676002" y="62056"/>
                </a:cubicBezTo>
                <a:cubicBezTo>
                  <a:pt x="676825" y="83117"/>
                  <a:pt x="666241" y="102990"/>
                  <a:pt x="648305" y="114059"/>
                </a:cubicBezTo>
                <a:cubicBezTo>
                  <a:pt x="644999" y="116079"/>
                  <a:pt x="643782" y="120288"/>
                  <a:pt x="645501" y="123759"/>
                </a:cubicBezTo>
                <a:lnTo>
                  <a:pt x="668172" y="171323"/>
                </a:lnTo>
                <a:cubicBezTo>
                  <a:pt x="670373" y="174970"/>
                  <a:pt x="669199" y="179710"/>
                  <a:pt x="665552" y="181912"/>
                </a:cubicBezTo>
                <a:cubicBezTo>
                  <a:pt x="664230" y="182708"/>
                  <a:pt x="662702" y="183091"/>
                  <a:pt x="661159" y="183010"/>
                </a:cubicBezTo>
                <a:lnTo>
                  <a:pt x="644448" y="181957"/>
                </a:lnTo>
                <a:cubicBezTo>
                  <a:pt x="641488" y="181923"/>
                  <a:pt x="638809" y="180197"/>
                  <a:pt x="637553" y="177517"/>
                </a:cubicBezTo>
                <a:lnTo>
                  <a:pt x="613362" y="126914"/>
                </a:lnTo>
                <a:cubicBezTo>
                  <a:pt x="612097" y="124260"/>
                  <a:pt x="609410" y="122576"/>
                  <a:pt x="606469" y="122591"/>
                </a:cubicBezTo>
                <a:lnTo>
                  <a:pt x="568487" y="122591"/>
                </a:lnTo>
                <a:cubicBezTo>
                  <a:pt x="564228" y="122525"/>
                  <a:pt x="560722" y="125926"/>
                  <a:pt x="560658" y="130187"/>
                </a:cubicBezTo>
                <a:cubicBezTo>
                  <a:pt x="560658" y="130225"/>
                  <a:pt x="560658" y="130265"/>
                  <a:pt x="560658" y="130303"/>
                </a:cubicBezTo>
                <a:lnTo>
                  <a:pt x="560658" y="174128"/>
                </a:lnTo>
                <a:cubicBezTo>
                  <a:pt x="560722" y="178387"/>
                  <a:pt x="557321" y="181891"/>
                  <a:pt x="553062" y="181957"/>
                </a:cubicBezTo>
                <a:cubicBezTo>
                  <a:pt x="553023" y="181957"/>
                  <a:pt x="552983" y="181957"/>
                  <a:pt x="552944" y="181957"/>
                </a:cubicBezTo>
                <a:lnTo>
                  <a:pt x="537167" y="181957"/>
                </a:lnTo>
                <a:cubicBezTo>
                  <a:pt x="532889" y="181893"/>
                  <a:pt x="529455" y="178407"/>
                  <a:pt x="529455" y="174128"/>
                </a:cubicBezTo>
                <a:lnTo>
                  <a:pt x="529455" y="13324"/>
                </a:lnTo>
                <a:cubicBezTo>
                  <a:pt x="529517" y="9089"/>
                  <a:pt x="532933" y="5672"/>
                  <a:pt x="537167" y="5610"/>
                </a:cubicBezTo>
                <a:close/>
                <a:moveTo>
                  <a:pt x="359883" y="5610"/>
                </a:moveTo>
                <a:lnTo>
                  <a:pt x="376011" y="5610"/>
                </a:lnTo>
                <a:cubicBezTo>
                  <a:pt x="380271" y="5610"/>
                  <a:pt x="383725" y="9063"/>
                  <a:pt x="383725" y="13324"/>
                </a:cubicBezTo>
                <a:lnTo>
                  <a:pt x="383725" y="100504"/>
                </a:lnTo>
                <a:cubicBezTo>
                  <a:pt x="382398" y="127707"/>
                  <a:pt x="403378" y="150835"/>
                  <a:pt x="430583" y="152162"/>
                </a:cubicBezTo>
                <a:cubicBezTo>
                  <a:pt x="457787" y="153488"/>
                  <a:pt x="480915" y="132508"/>
                  <a:pt x="482240" y="105303"/>
                </a:cubicBezTo>
                <a:cubicBezTo>
                  <a:pt x="482318" y="103705"/>
                  <a:pt x="482318" y="102103"/>
                  <a:pt x="482240" y="100504"/>
                </a:cubicBezTo>
                <a:lnTo>
                  <a:pt x="482240" y="13324"/>
                </a:lnTo>
                <a:cubicBezTo>
                  <a:pt x="482303" y="9089"/>
                  <a:pt x="485721" y="5672"/>
                  <a:pt x="489954" y="5610"/>
                </a:cubicBezTo>
                <a:lnTo>
                  <a:pt x="506080" y="5610"/>
                </a:lnTo>
                <a:cubicBezTo>
                  <a:pt x="510341" y="5610"/>
                  <a:pt x="513795" y="9063"/>
                  <a:pt x="513795" y="13324"/>
                </a:cubicBezTo>
                <a:lnTo>
                  <a:pt x="513795" y="101088"/>
                </a:lnTo>
                <a:cubicBezTo>
                  <a:pt x="513859" y="145686"/>
                  <a:pt x="477756" y="181893"/>
                  <a:pt x="433157" y="181957"/>
                </a:cubicBezTo>
                <a:cubicBezTo>
                  <a:pt x="433118" y="181957"/>
                  <a:pt x="433079" y="181957"/>
                  <a:pt x="433040" y="181957"/>
                </a:cubicBezTo>
                <a:cubicBezTo>
                  <a:pt x="388378" y="181957"/>
                  <a:pt x="352171" y="145752"/>
                  <a:pt x="352171" y="101088"/>
                </a:cubicBezTo>
                <a:lnTo>
                  <a:pt x="352171" y="13324"/>
                </a:lnTo>
                <a:cubicBezTo>
                  <a:pt x="352171" y="9063"/>
                  <a:pt x="355625" y="5610"/>
                  <a:pt x="359883" y="5610"/>
                </a:cubicBezTo>
                <a:close/>
                <a:moveTo>
                  <a:pt x="141114" y="5610"/>
                </a:moveTo>
                <a:lnTo>
                  <a:pt x="156306" y="5610"/>
                </a:lnTo>
                <a:cubicBezTo>
                  <a:pt x="160559" y="5837"/>
                  <a:pt x="163823" y="9468"/>
                  <a:pt x="163598" y="13722"/>
                </a:cubicBezTo>
                <a:cubicBezTo>
                  <a:pt x="163530" y="14986"/>
                  <a:pt x="163152" y="16213"/>
                  <a:pt x="162500" y="17296"/>
                </a:cubicBezTo>
                <a:lnTo>
                  <a:pt x="99626" y="104244"/>
                </a:lnTo>
                <a:cubicBezTo>
                  <a:pt x="98219" y="106175"/>
                  <a:pt x="97480" y="108514"/>
                  <a:pt x="97523" y="110903"/>
                </a:cubicBezTo>
                <a:lnTo>
                  <a:pt x="97523" y="174245"/>
                </a:lnTo>
                <a:cubicBezTo>
                  <a:pt x="97460" y="178478"/>
                  <a:pt x="94044" y="181895"/>
                  <a:pt x="89810" y="181957"/>
                </a:cubicBezTo>
                <a:lnTo>
                  <a:pt x="73566" y="181957"/>
                </a:lnTo>
                <a:cubicBezTo>
                  <a:pt x="69333" y="181895"/>
                  <a:pt x="65916" y="178478"/>
                  <a:pt x="65853" y="174245"/>
                </a:cubicBezTo>
                <a:lnTo>
                  <a:pt x="65853" y="110903"/>
                </a:lnTo>
                <a:cubicBezTo>
                  <a:pt x="65896" y="108514"/>
                  <a:pt x="65157" y="106175"/>
                  <a:pt x="63749" y="104244"/>
                </a:cubicBezTo>
                <a:lnTo>
                  <a:pt x="1110" y="17880"/>
                </a:lnTo>
                <a:cubicBezTo>
                  <a:pt x="-1091" y="14234"/>
                  <a:pt x="83" y="9492"/>
                  <a:pt x="3730" y="7292"/>
                </a:cubicBezTo>
                <a:cubicBezTo>
                  <a:pt x="4813" y="6638"/>
                  <a:pt x="6040" y="6262"/>
                  <a:pt x="7304" y="6194"/>
                </a:cubicBezTo>
                <a:lnTo>
                  <a:pt x="22964" y="6194"/>
                </a:lnTo>
                <a:cubicBezTo>
                  <a:pt x="25210" y="6196"/>
                  <a:pt x="27343" y="7177"/>
                  <a:pt x="28807" y="8882"/>
                </a:cubicBezTo>
                <a:lnTo>
                  <a:pt x="75552" y="74910"/>
                </a:lnTo>
                <a:cubicBezTo>
                  <a:pt x="77036" y="76904"/>
                  <a:pt x="79378" y="78075"/>
                  <a:pt x="81863" y="78065"/>
                </a:cubicBezTo>
                <a:cubicBezTo>
                  <a:pt x="84316" y="78075"/>
                  <a:pt x="86623" y="76901"/>
                  <a:pt x="88057" y="74910"/>
                </a:cubicBezTo>
                <a:lnTo>
                  <a:pt x="134803" y="8882"/>
                </a:lnTo>
                <a:cubicBezTo>
                  <a:pt x="136248" y="6830"/>
                  <a:pt x="138602" y="5608"/>
                  <a:pt x="141114" y="5610"/>
                </a:cubicBezTo>
                <a:close/>
                <a:moveTo>
                  <a:pt x="1415286" y="4910"/>
                </a:moveTo>
                <a:cubicBezTo>
                  <a:pt x="1465887" y="4781"/>
                  <a:pt x="1507012" y="45696"/>
                  <a:pt x="1507141" y="96297"/>
                </a:cubicBezTo>
                <a:cubicBezTo>
                  <a:pt x="1507141" y="96375"/>
                  <a:pt x="1507141" y="96453"/>
                  <a:pt x="1507141" y="96530"/>
                </a:cubicBezTo>
                <a:cubicBezTo>
                  <a:pt x="1507077" y="147014"/>
                  <a:pt x="1466236" y="187958"/>
                  <a:pt x="1415753" y="188151"/>
                </a:cubicBezTo>
                <a:cubicBezTo>
                  <a:pt x="1365152" y="188280"/>
                  <a:pt x="1324027" y="147365"/>
                  <a:pt x="1323898" y="96765"/>
                </a:cubicBezTo>
                <a:cubicBezTo>
                  <a:pt x="1323769" y="46164"/>
                  <a:pt x="1364684" y="5039"/>
                  <a:pt x="1415286" y="4910"/>
                </a:cubicBezTo>
                <a:close/>
                <a:moveTo>
                  <a:pt x="792047" y="4091"/>
                </a:moveTo>
                <a:lnTo>
                  <a:pt x="808875" y="4091"/>
                </a:lnTo>
                <a:cubicBezTo>
                  <a:pt x="813135" y="4091"/>
                  <a:pt x="816589" y="7545"/>
                  <a:pt x="816589" y="11805"/>
                </a:cubicBezTo>
                <a:lnTo>
                  <a:pt x="816589" y="144443"/>
                </a:lnTo>
                <a:cubicBezTo>
                  <a:pt x="816589" y="148704"/>
                  <a:pt x="820043" y="152157"/>
                  <a:pt x="824301" y="152157"/>
                </a:cubicBezTo>
                <a:lnTo>
                  <a:pt x="919780" y="152157"/>
                </a:lnTo>
                <a:cubicBezTo>
                  <a:pt x="924040" y="152157"/>
                  <a:pt x="927494" y="155611"/>
                  <a:pt x="927494" y="159870"/>
                </a:cubicBezTo>
                <a:lnTo>
                  <a:pt x="927494" y="175413"/>
                </a:lnTo>
                <a:cubicBezTo>
                  <a:pt x="927558" y="179607"/>
                  <a:pt x="924210" y="183060"/>
                  <a:pt x="920015" y="183125"/>
                </a:cubicBezTo>
                <a:cubicBezTo>
                  <a:pt x="919937" y="183127"/>
                  <a:pt x="919858" y="183127"/>
                  <a:pt x="919780" y="183125"/>
                </a:cubicBezTo>
                <a:lnTo>
                  <a:pt x="792047" y="183125"/>
                </a:lnTo>
                <a:cubicBezTo>
                  <a:pt x="787853" y="183191"/>
                  <a:pt x="784400" y="179842"/>
                  <a:pt x="784335" y="175648"/>
                </a:cubicBezTo>
                <a:cubicBezTo>
                  <a:pt x="784333" y="175570"/>
                  <a:pt x="784333" y="175491"/>
                  <a:pt x="784335" y="175413"/>
                </a:cubicBezTo>
                <a:lnTo>
                  <a:pt x="784335" y="11805"/>
                </a:lnTo>
                <a:cubicBezTo>
                  <a:pt x="784335" y="7545"/>
                  <a:pt x="787787" y="4091"/>
                  <a:pt x="792047" y="4091"/>
                </a:cubicBezTo>
                <a:close/>
                <a:moveTo>
                  <a:pt x="1025426" y="1754"/>
                </a:moveTo>
                <a:cubicBezTo>
                  <a:pt x="1076028" y="1754"/>
                  <a:pt x="1117048" y="42774"/>
                  <a:pt x="1117048" y="93376"/>
                </a:cubicBezTo>
                <a:cubicBezTo>
                  <a:pt x="1117048" y="143976"/>
                  <a:pt x="1076028" y="184996"/>
                  <a:pt x="1025426" y="184996"/>
                </a:cubicBezTo>
                <a:cubicBezTo>
                  <a:pt x="974825" y="184996"/>
                  <a:pt x="933805" y="143976"/>
                  <a:pt x="933805" y="93376"/>
                </a:cubicBezTo>
                <a:cubicBezTo>
                  <a:pt x="933805" y="42774"/>
                  <a:pt x="974825" y="1754"/>
                  <a:pt x="1025426" y="1754"/>
                </a:cubicBezTo>
                <a:close/>
                <a:moveTo>
                  <a:pt x="247109" y="1522"/>
                </a:moveTo>
                <a:cubicBezTo>
                  <a:pt x="297657" y="1780"/>
                  <a:pt x="338497" y="42827"/>
                  <a:pt x="338497" y="93374"/>
                </a:cubicBezTo>
                <a:cubicBezTo>
                  <a:pt x="338497" y="144105"/>
                  <a:pt x="297373" y="185230"/>
                  <a:pt x="246643" y="185230"/>
                </a:cubicBezTo>
                <a:cubicBezTo>
                  <a:pt x="246487" y="185230"/>
                  <a:pt x="246330" y="185230"/>
                  <a:pt x="246174" y="185228"/>
                </a:cubicBezTo>
                <a:cubicBezTo>
                  <a:pt x="195445" y="184970"/>
                  <a:pt x="154528" y="143637"/>
                  <a:pt x="154788" y="92908"/>
                </a:cubicBezTo>
                <a:cubicBezTo>
                  <a:pt x="155045" y="42178"/>
                  <a:pt x="196379" y="1263"/>
                  <a:pt x="247109" y="1522"/>
                </a:cubicBezTo>
                <a:close/>
                <a:moveTo>
                  <a:pt x="1224681" y="1"/>
                </a:moveTo>
                <a:lnTo>
                  <a:pt x="1253557" y="4696"/>
                </a:lnTo>
                <a:cubicBezTo>
                  <a:pt x="1262811" y="7774"/>
                  <a:pt x="1271575" y="12325"/>
                  <a:pt x="1279492" y="18231"/>
                </a:cubicBezTo>
                <a:cubicBezTo>
                  <a:pt x="1284164" y="21722"/>
                  <a:pt x="1288505" y="25633"/>
                  <a:pt x="1292462" y="29917"/>
                </a:cubicBezTo>
                <a:cubicBezTo>
                  <a:pt x="1292546" y="30027"/>
                  <a:pt x="1292623" y="30139"/>
                  <a:pt x="1292700" y="30251"/>
                </a:cubicBezTo>
                <a:cubicBezTo>
                  <a:pt x="1295026" y="33742"/>
                  <a:pt x="1294084" y="38458"/>
                  <a:pt x="1290593" y="40787"/>
                </a:cubicBezTo>
                <a:lnTo>
                  <a:pt x="1277504" y="49902"/>
                </a:lnTo>
                <a:cubicBezTo>
                  <a:pt x="1274489" y="52127"/>
                  <a:pt x="1270293" y="51776"/>
                  <a:pt x="1267687" y="49083"/>
                </a:cubicBezTo>
                <a:lnTo>
                  <a:pt x="1264182" y="45811"/>
                </a:lnTo>
                <a:lnTo>
                  <a:pt x="1263481" y="45110"/>
                </a:lnTo>
                <a:cubicBezTo>
                  <a:pt x="1252659" y="36087"/>
                  <a:pt x="1239005" y="31163"/>
                  <a:pt x="1224914" y="31204"/>
                </a:cubicBezTo>
                <a:lnTo>
                  <a:pt x="1222344" y="31204"/>
                </a:lnTo>
                <a:lnTo>
                  <a:pt x="1218138" y="31204"/>
                </a:lnTo>
                <a:cubicBezTo>
                  <a:pt x="1214489" y="31593"/>
                  <a:pt x="1210890" y="32337"/>
                  <a:pt x="1207385" y="33424"/>
                </a:cubicBezTo>
                <a:cubicBezTo>
                  <a:pt x="1186411" y="39678"/>
                  <a:pt x="1170459" y="56787"/>
                  <a:pt x="1165686" y="78148"/>
                </a:cubicBezTo>
                <a:cubicBezTo>
                  <a:pt x="1158409" y="110714"/>
                  <a:pt x="1178911" y="143011"/>
                  <a:pt x="1211476" y="150288"/>
                </a:cubicBezTo>
                <a:lnTo>
                  <a:pt x="1216384" y="151222"/>
                </a:lnTo>
                <a:lnTo>
                  <a:pt x="1217904" y="151222"/>
                </a:lnTo>
                <a:lnTo>
                  <a:pt x="1229590" y="151222"/>
                </a:lnTo>
                <a:cubicBezTo>
                  <a:pt x="1232617" y="151015"/>
                  <a:pt x="1235625" y="150585"/>
                  <a:pt x="1238588" y="149937"/>
                </a:cubicBezTo>
                <a:lnTo>
                  <a:pt x="1240224" y="149937"/>
                </a:lnTo>
                <a:lnTo>
                  <a:pt x="1241861" y="149937"/>
                </a:lnTo>
                <a:lnTo>
                  <a:pt x="1248756" y="147482"/>
                </a:lnTo>
                <a:lnTo>
                  <a:pt x="1250158" y="147482"/>
                </a:lnTo>
                <a:lnTo>
                  <a:pt x="1251444" y="146899"/>
                </a:lnTo>
                <a:lnTo>
                  <a:pt x="1252845" y="146197"/>
                </a:lnTo>
                <a:lnTo>
                  <a:pt x="1256001" y="144560"/>
                </a:lnTo>
                <a:lnTo>
                  <a:pt x="1256936" y="144560"/>
                </a:lnTo>
                <a:cubicBezTo>
                  <a:pt x="1265859" y="137697"/>
                  <a:pt x="1272961" y="128748"/>
                  <a:pt x="1277621" y="118500"/>
                </a:cubicBezTo>
                <a:cubicBezTo>
                  <a:pt x="1278365" y="116375"/>
                  <a:pt x="1277919" y="114015"/>
                  <a:pt x="1276453" y="112307"/>
                </a:cubicBezTo>
                <a:cubicBezTo>
                  <a:pt x="1275145" y="110934"/>
                  <a:pt x="1273323" y="110171"/>
                  <a:pt x="1271427" y="110203"/>
                </a:cubicBezTo>
                <a:lnTo>
                  <a:pt x="1237653" y="110203"/>
                </a:lnTo>
                <a:cubicBezTo>
                  <a:pt x="1233393" y="110203"/>
                  <a:pt x="1229941" y="106750"/>
                  <a:pt x="1229941" y="102490"/>
                </a:cubicBezTo>
                <a:lnTo>
                  <a:pt x="1229941" y="86714"/>
                </a:lnTo>
                <a:cubicBezTo>
                  <a:pt x="1229941" y="82454"/>
                  <a:pt x="1233393" y="79000"/>
                  <a:pt x="1237653" y="79000"/>
                </a:cubicBezTo>
                <a:lnTo>
                  <a:pt x="1307772" y="79000"/>
                </a:lnTo>
                <a:lnTo>
                  <a:pt x="1308473" y="79000"/>
                </a:lnTo>
                <a:cubicBezTo>
                  <a:pt x="1309961" y="79061"/>
                  <a:pt x="1311398" y="79560"/>
                  <a:pt x="1312606" y="80432"/>
                </a:cubicBezTo>
                <a:cubicBezTo>
                  <a:pt x="1316008" y="82888"/>
                  <a:pt x="1316774" y="87636"/>
                  <a:pt x="1314316" y="91037"/>
                </a:cubicBezTo>
                <a:lnTo>
                  <a:pt x="1314316" y="98868"/>
                </a:lnTo>
                <a:cubicBezTo>
                  <a:pt x="1314518" y="125045"/>
                  <a:pt x="1303295" y="150009"/>
                  <a:pt x="1283581" y="167233"/>
                </a:cubicBezTo>
                <a:lnTo>
                  <a:pt x="1280659" y="169686"/>
                </a:lnTo>
                <a:lnTo>
                  <a:pt x="1279141" y="170973"/>
                </a:lnTo>
                <a:cubicBezTo>
                  <a:pt x="1278222" y="171747"/>
                  <a:pt x="1277245" y="172450"/>
                  <a:pt x="1276219" y="173076"/>
                </a:cubicBezTo>
                <a:lnTo>
                  <a:pt x="1274699" y="174128"/>
                </a:lnTo>
                <a:lnTo>
                  <a:pt x="1271778" y="175997"/>
                </a:lnTo>
                <a:lnTo>
                  <a:pt x="1271193" y="175997"/>
                </a:lnTo>
                <a:lnTo>
                  <a:pt x="1269675" y="176933"/>
                </a:lnTo>
                <a:lnTo>
                  <a:pt x="1266636" y="178685"/>
                </a:lnTo>
                <a:lnTo>
                  <a:pt x="1265935" y="178685"/>
                </a:lnTo>
                <a:lnTo>
                  <a:pt x="1261027" y="181022"/>
                </a:lnTo>
                <a:lnTo>
                  <a:pt x="1260208" y="181022"/>
                </a:lnTo>
                <a:lnTo>
                  <a:pt x="1257053" y="182191"/>
                </a:lnTo>
                <a:lnTo>
                  <a:pt x="1255533" y="182191"/>
                </a:lnTo>
                <a:lnTo>
                  <a:pt x="1254599" y="182191"/>
                </a:lnTo>
                <a:lnTo>
                  <a:pt x="1252029" y="183127"/>
                </a:lnTo>
                <a:lnTo>
                  <a:pt x="1250976" y="183127"/>
                </a:lnTo>
                <a:lnTo>
                  <a:pt x="1249456" y="183127"/>
                </a:lnTo>
                <a:lnTo>
                  <a:pt x="1248405" y="183127"/>
                </a:lnTo>
                <a:lnTo>
                  <a:pt x="1245952" y="183127"/>
                </a:lnTo>
                <a:lnTo>
                  <a:pt x="1244782" y="183127"/>
                </a:lnTo>
                <a:lnTo>
                  <a:pt x="1243379" y="183127"/>
                </a:lnTo>
                <a:lnTo>
                  <a:pt x="1242095" y="183127"/>
                </a:lnTo>
                <a:lnTo>
                  <a:pt x="1239758" y="183127"/>
                </a:lnTo>
                <a:lnTo>
                  <a:pt x="1238471" y="183127"/>
                </a:lnTo>
                <a:lnTo>
                  <a:pt x="1237068" y="183127"/>
                </a:lnTo>
                <a:lnTo>
                  <a:pt x="1235550" y="183127"/>
                </a:lnTo>
                <a:lnTo>
                  <a:pt x="1233447" y="183127"/>
                </a:lnTo>
                <a:lnTo>
                  <a:pt x="1224682" y="183127"/>
                </a:lnTo>
                <a:cubicBezTo>
                  <a:pt x="1222501" y="183205"/>
                  <a:pt x="1220319" y="183205"/>
                  <a:pt x="1218138" y="183127"/>
                </a:cubicBezTo>
                <a:cubicBezTo>
                  <a:pt x="1167568" y="181318"/>
                  <a:pt x="1128040" y="138860"/>
                  <a:pt x="1129846" y="88292"/>
                </a:cubicBezTo>
                <a:cubicBezTo>
                  <a:pt x="1131201" y="50365"/>
                  <a:pt x="1155424" y="18648"/>
                  <a:pt x="1188784" y="5923"/>
                </a:cubicBezTo>
                <a:close/>
                <a:moveTo>
                  <a:pt x="1224681" y="0"/>
                </a:moveTo>
                <a:lnTo>
                  <a:pt x="1224682" y="0"/>
                </a:lnTo>
                <a:lnTo>
                  <a:pt x="1224681" y="1"/>
                </a:lnTo>
                <a:close/>
              </a:path>
            </a:pathLst>
          </a:custGeom>
          <a:solidFill>
            <a:schemeClr val="bg1"/>
          </a:solidFill>
          <a:ln w="48068" cap="flat">
            <a:noFill/>
            <a:miter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endParaRPr kumimoji="1" lang="zh-CN" altLang="en-US" dirty="0">
              <a:solidFill>
                <a:schemeClr val="bg1"/>
              </a:solidFill>
            </a:endParaRPr>
          </a:p>
        </p:txBody>
      </p:sp>
      <p:cxnSp>
        <p:nvCxnSpPr>
          <p:cNvPr id="9" name="Google Shape;1101;p49">
            <a:extLst>
              <a:ext uri="{FF2B5EF4-FFF2-40B4-BE49-F238E27FC236}">
                <a16:creationId xmlns:a16="http://schemas.microsoft.com/office/drawing/2014/main" id="{240E32AD-9335-5702-B387-282D12FD683B}"/>
              </a:ext>
            </a:extLst>
          </p:cNvPr>
          <p:cNvCxnSpPr/>
          <p:nvPr/>
        </p:nvCxnSpPr>
        <p:spPr>
          <a:xfrm>
            <a:off x="-864713" y="3289435"/>
            <a:ext cx="13921426" cy="0"/>
          </a:xfrm>
          <a:prstGeom prst="straightConnector1">
            <a:avLst/>
          </a:prstGeom>
          <a:noFill/>
          <a:ln w="19050" cap="flat" cmpd="sng">
            <a:solidFill>
              <a:schemeClr val="accent1">
                <a:lumMod val="7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1" name="Google Shape;1103;p49">
            <a:extLst>
              <a:ext uri="{FF2B5EF4-FFF2-40B4-BE49-F238E27FC236}">
                <a16:creationId xmlns:a16="http://schemas.microsoft.com/office/drawing/2014/main" id="{A97A6D92-A092-5633-A6D6-CFD4959FCB2F}"/>
              </a:ext>
            </a:extLst>
          </p:cNvPr>
          <p:cNvSpPr/>
          <p:nvPr/>
        </p:nvSpPr>
        <p:spPr>
          <a:xfrm>
            <a:off x="775750" y="2190426"/>
            <a:ext cx="2876603" cy="2000574"/>
          </a:xfrm>
          <a:prstGeom prst="roundRect">
            <a:avLst>
              <a:gd name="adj" fmla="val 24336"/>
            </a:avLst>
          </a:prstGeom>
          <a:solidFill>
            <a:schemeClr val="accent1"/>
          </a:solidFill>
          <a:ln>
            <a:noFill/>
          </a:ln>
          <a:effectLst>
            <a:outerShdw blurRad="863600" dist="301705" dir="3180000" sx="90000" sy="90000" algn="tr" rotWithShape="0">
              <a:srgbClr val="282F4E">
                <a:alpha val="1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Google Shape;1110;p49">
            <a:extLst>
              <a:ext uri="{FF2B5EF4-FFF2-40B4-BE49-F238E27FC236}">
                <a16:creationId xmlns:a16="http://schemas.microsoft.com/office/drawing/2014/main" id="{3EF6F597-9A1E-68FA-087F-C54C4B0DB5CC}"/>
              </a:ext>
            </a:extLst>
          </p:cNvPr>
          <p:cNvSpPr txBox="1"/>
          <p:nvPr/>
        </p:nvSpPr>
        <p:spPr>
          <a:xfrm>
            <a:off x="775750" y="3032993"/>
            <a:ext cx="2876603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+mj-lt"/>
                <a:ea typeface="Barlow Condensed ExtraBold" panose="00000806000000000000"/>
                <a:cs typeface="Barlow Condensed ExtraBold" panose="00000806000000000000"/>
                <a:sym typeface="Barlow Condensed ExtraBold" panose="00000806000000000000"/>
              </a:rPr>
              <a:t>Data collection</a:t>
            </a:r>
            <a:endParaRPr lang="en-US" sz="2000" b="1" dirty="0">
              <a:solidFill>
                <a:schemeClr val="lt1"/>
              </a:solidFill>
              <a:latin typeface="+mj-lt"/>
              <a:ea typeface="Barlow Condensed ExtraBold" panose="00000806000000000000"/>
              <a:cs typeface="Barlow Condensed ExtraBold" panose="00000806000000000000"/>
              <a:sym typeface="Barlow Condensed ExtraBold" panose="00000806000000000000"/>
            </a:endParaRPr>
          </a:p>
        </p:txBody>
      </p:sp>
      <p:sp>
        <p:nvSpPr>
          <p:cNvPr id="13" name="Google Shape;1115;p49">
            <a:extLst>
              <a:ext uri="{FF2B5EF4-FFF2-40B4-BE49-F238E27FC236}">
                <a16:creationId xmlns:a16="http://schemas.microsoft.com/office/drawing/2014/main" id="{EF47F36F-E047-8295-FFCD-350D2D551B99}"/>
              </a:ext>
            </a:extLst>
          </p:cNvPr>
          <p:cNvSpPr txBox="1"/>
          <p:nvPr/>
        </p:nvSpPr>
        <p:spPr>
          <a:xfrm>
            <a:off x="775749" y="4419776"/>
            <a:ext cx="2876604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+mj-ea"/>
                <a:ea typeface="+mj-ea"/>
                <a:cs typeface="Open Sans"/>
                <a:sym typeface="Open Sans"/>
              </a:rPr>
              <a:t>Gather data from various sources such as manufacturer specs, market research, and consumer surveys to ensure comprehensive</a:t>
            </a:r>
          </a:p>
        </p:txBody>
      </p:sp>
      <p:sp>
        <p:nvSpPr>
          <p:cNvPr id="14" name="Google Shape;1118;p49">
            <a:extLst>
              <a:ext uri="{FF2B5EF4-FFF2-40B4-BE49-F238E27FC236}">
                <a16:creationId xmlns:a16="http://schemas.microsoft.com/office/drawing/2014/main" id="{3D9F7FE4-3C5F-9410-82E8-84DB7A488F18}"/>
              </a:ext>
            </a:extLst>
          </p:cNvPr>
          <p:cNvSpPr/>
          <p:nvPr/>
        </p:nvSpPr>
        <p:spPr>
          <a:xfrm>
            <a:off x="1760554" y="1614488"/>
            <a:ext cx="906994" cy="906994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58800" dist="38100" dir="2700000" sx="101000" sy="101000" algn="tl" rotWithShape="0">
              <a:schemeClr val="accent1">
                <a:lumMod val="75000"/>
                <a:alpha val="40000"/>
              </a:scheme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" name="Google Shape;1102;p49">
            <a:extLst>
              <a:ext uri="{FF2B5EF4-FFF2-40B4-BE49-F238E27FC236}">
                <a16:creationId xmlns:a16="http://schemas.microsoft.com/office/drawing/2014/main" id="{6A97DE85-3FAA-B090-2635-18B20DC0ADC9}"/>
              </a:ext>
            </a:extLst>
          </p:cNvPr>
          <p:cNvSpPr/>
          <p:nvPr/>
        </p:nvSpPr>
        <p:spPr>
          <a:xfrm>
            <a:off x="4657699" y="2190426"/>
            <a:ext cx="2876603" cy="2000574"/>
          </a:xfrm>
          <a:prstGeom prst="roundRect">
            <a:avLst>
              <a:gd name="adj" fmla="val 24336"/>
            </a:avLst>
          </a:prstGeom>
          <a:solidFill>
            <a:schemeClr val="accent1"/>
          </a:solidFill>
          <a:ln>
            <a:noFill/>
          </a:ln>
          <a:effectLst>
            <a:outerShdw blurRad="863600" dist="301705" dir="3180000" sx="90000" sy="90000" algn="tr" rotWithShape="0">
              <a:srgbClr val="282F4E">
                <a:alpha val="1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endParaRPr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" name="Google Shape;1112;p49">
            <a:extLst>
              <a:ext uri="{FF2B5EF4-FFF2-40B4-BE49-F238E27FC236}">
                <a16:creationId xmlns:a16="http://schemas.microsoft.com/office/drawing/2014/main" id="{3493F650-2247-AC11-DDD5-C476D8AD1FAE}"/>
              </a:ext>
            </a:extLst>
          </p:cNvPr>
          <p:cNvSpPr txBox="1"/>
          <p:nvPr/>
        </p:nvSpPr>
        <p:spPr>
          <a:xfrm>
            <a:off x="4657699" y="3032993"/>
            <a:ext cx="2876603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+mj-lt"/>
                <a:ea typeface="Barlow Condensed ExtraBold" panose="00000806000000000000"/>
                <a:cs typeface="Barlow Condensed ExtraBold" panose="00000806000000000000"/>
                <a:sym typeface="Barlow Condensed ExtraBold" panose="00000806000000000000"/>
              </a:rPr>
              <a:t>Design selection</a:t>
            </a:r>
          </a:p>
        </p:txBody>
      </p:sp>
      <p:sp>
        <p:nvSpPr>
          <p:cNvPr id="43" name="Google Shape;1114;p49">
            <a:extLst>
              <a:ext uri="{FF2B5EF4-FFF2-40B4-BE49-F238E27FC236}">
                <a16:creationId xmlns:a16="http://schemas.microsoft.com/office/drawing/2014/main" id="{71AC9D6C-392F-EE97-8623-0B9A9B07285B}"/>
              </a:ext>
            </a:extLst>
          </p:cNvPr>
          <p:cNvSpPr txBox="1"/>
          <p:nvPr/>
        </p:nvSpPr>
        <p:spPr>
          <a:xfrm>
            <a:off x="4657698" y="4419776"/>
            <a:ext cx="2876604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+mj-ea"/>
                <a:ea typeface="+mj-ea"/>
                <a:cs typeface="Open Sans"/>
                <a:sym typeface="Open Sans"/>
              </a:rPr>
              <a:t>Choose a design style that aligns with the purpose of the infographic. Consider factors like color scheme, typography</a:t>
            </a:r>
          </a:p>
        </p:txBody>
      </p:sp>
      <p:sp>
        <p:nvSpPr>
          <p:cNvPr id="44" name="Google Shape;1145;p49">
            <a:extLst>
              <a:ext uri="{FF2B5EF4-FFF2-40B4-BE49-F238E27FC236}">
                <a16:creationId xmlns:a16="http://schemas.microsoft.com/office/drawing/2014/main" id="{449F8CBC-02A6-A5AE-CF6D-2FFE1B0DB340}"/>
              </a:ext>
            </a:extLst>
          </p:cNvPr>
          <p:cNvSpPr/>
          <p:nvPr/>
        </p:nvSpPr>
        <p:spPr>
          <a:xfrm>
            <a:off x="5642503" y="1614488"/>
            <a:ext cx="906994" cy="906994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58800" dist="38100" dir="2700000" sx="101000" sy="101000" algn="tl" rotWithShape="0">
              <a:schemeClr val="accent1">
                <a:lumMod val="75000"/>
                <a:alpha val="40000"/>
              </a:scheme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" name="Google Shape;1104;p49">
            <a:extLst>
              <a:ext uri="{FF2B5EF4-FFF2-40B4-BE49-F238E27FC236}">
                <a16:creationId xmlns:a16="http://schemas.microsoft.com/office/drawing/2014/main" id="{D707CD64-D3CD-4327-83AA-29827CB50732}"/>
              </a:ext>
            </a:extLst>
          </p:cNvPr>
          <p:cNvSpPr/>
          <p:nvPr/>
        </p:nvSpPr>
        <p:spPr>
          <a:xfrm>
            <a:off x="8539647" y="2190426"/>
            <a:ext cx="2876603" cy="2000574"/>
          </a:xfrm>
          <a:prstGeom prst="roundRect">
            <a:avLst>
              <a:gd name="adj" fmla="val 24336"/>
            </a:avLst>
          </a:prstGeom>
          <a:solidFill>
            <a:schemeClr val="accent1"/>
          </a:solidFill>
          <a:ln>
            <a:noFill/>
          </a:ln>
          <a:effectLst>
            <a:outerShdw blurRad="863600" dist="301705" dir="3180000" sx="90000" sy="90000" algn="tr" rotWithShape="0">
              <a:srgbClr val="282F4E">
                <a:alpha val="1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endParaRPr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" name="Google Shape;1111;p49">
            <a:extLst>
              <a:ext uri="{FF2B5EF4-FFF2-40B4-BE49-F238E27FC236}">
                <a16:creationId xmlns:a16="http://schemas.microsoft.com/office/drawing/2014/main" id="{437CF5B0-67CD-2E3B-935D-04C16E3627EA}"/>
              </a:ext>
            </a:extLst>
          </p:cNvPr>
          <p:cNvSpPr txBox="1"/>
          <p:nvPr/>
        </p:nvSpPr>
        <p:spPr>
          <a:xfrm>
            <a:off x="8539647" y="4419776"/>
            <a:ext cx="2876603" cy="117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+mj-ea"/>
                <a:ea typeface="+mj-ea"/>
                <a:cs typeface="Open Sans"/>
                <a:sym typeface="Open Sans"/>
              </a:rPr>
              <a:t>Employ appropriate visualization tools like Adobe Illustrator or Canva to transform the data into engaging visual elements</a:t>
            </a:r>
          </a:p>
        </p:txBody>
      </p:sp>
      <p:sp>
        <p:nvSpPr>
          <p:cNvPr id="63" name="Google Shape;1113;p49">
            <a:extLst>
              <a:ext uri="{FF2B5EF4-FFF2-40B4-BE49-F238E27FC236}">
                <a16:creationId xmlns:a16="http://schemas.microsoft.com/office/drawing/2014/main" id="{AD0B91A2-6526-2C0B-FBEB-384B11EFB353}"/>
              </a:ext>
            </a:extLst>
          </p:cNvPr>
          <p:cNvSpPr txBox="1"/>
          <p:nvPr/>
        </p:nvSpPr>
        <p:spPr>
          <a:xfrm>
            <a:off x="8539647" y="3032993"/>
            <a:ext cx="2876603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+mj-lt"/>
                <a:ea typeface="Barlow Condensed ExtraBold" panose="00000806000000000000"/>
                <a:cs typeface="Barlow Condensed ExtraBold" panose="00000806000000000000"/>
                <a:sym typeface="Barlow Condensed ExtraBold" panose="00000806000000000000"/>
              </a:rPr>
              <a:t>Visualization tools</a:t>
            </a:r>
          </a:p>
        </p:txBody>
      </p:sp>
      <p:sp>
        <p:nvSpPr>
          <p:cNvPr id="64" name="Google Shape;1162;p49">
            <a:extLst>
              <a:ext uri="{FF2B5EF4-FFF2-40B4-BE49-F238E27FC236}">
                <a16:creationId xmlns:a16="http://schemas.microsoft.com/office/drawing/2014/main" id="{5B10AFB8-30D6-EB76-F451-C73A67B080A6}"/>
              </a:ext>
            </a:extLst>
          </p:cNvPr>
          <p:cNvSpPr/>
          <p:nvPr/>
        </p:nvSpPr>
        <p:spPr>
          <a:xfrm>
            <a:off x="9524451" y="1614488"/>
            <a:ext cx="906994" cy="906994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558800" dist="38100" dir="2700000" sx="101000" sy="101000" algn="tl" rotWithShape="0">
              <a:schemeClr val="accent1">
                <a:lumMod val="75000"/>
                <a:alpha val="40000"/>
              </a:scheme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AA59C4C-E5E6-1C61-D87B-9B92BA03C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299" y="1719366"/>
            <a:ext cx="652876" cy="65287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88DB43C-E748-E7AB-BD4F-CECC24F9E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227" y="1742042"/>
            <a:ext cx="618192" cy="618192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7C3D3165-9011-3610-6A58-3AEC3B99E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168" y="1651452"/>
            <a:ext cx="744651" cy="74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47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4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CB2227"/>
      </a:accent1>
      <a:accent2>
        <a:srgbClr val="A10C11"/>
      </a:accent2>
      <a:accent3>
        <a:srgbClr val="050E43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定义 6">
      <a:majorFont>
        <a:latin typeface="Poppins SemiBold"/>
        <a:ea typeface="Poppins"/>
        <a:cs typeface=""/>
      </a:majorFont>
      <a:minorFont>
        <a:latin typeface="Poppins Medium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446</Words>
  <Application>Microsoft Office PowerPoint</Application>
  <PresentationFormat>宽屏</PresentationFormat>
  <Paragraphs>97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OPPOSans R</vt:lpstr>
      <vt:lpstr>Arial</vt:lpstr>
      <vt:lpstr>Calibri</vt:lpstr>
      <vt:lpstr>Lato</vt:lpstr>
      <vt:lpstr>Poppins Medium</vt:lpstr>
      <vt:lpstr>Poppins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3963938092@qq.com</dc:creator>
  <cp:lastModifiedBy>3963938092@qq.com</cp:lastModifiedBy>
  <cp:revision>6</cp:revision>
  <dcterms:created xsi:type="dcterms:W3CDTF">2026-03-19T08:41:59Z</dcterms:created>
  <dcterms:modified xsi:type="dcterms:W3CDTF">2026-03-31T05:45:54Z</dcterms:modified>
</cp:coreProperties>
</file>