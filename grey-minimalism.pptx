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59" r:id="rId6"/>
    <p:sldId id="260" r:id="rId7"/>
    <p:sldId id="264" r:id="rId8"/>
    <p:sldId id="262" r:id="rId9"/>
    <p:sldId id="263" r:id="rId10"/>
    <p:sldId id="261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8" y="86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chemeClr val="accent1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1F-4F43-BEED-03DCA838C71E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1F-4F43-BEED-03DCA838C71E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solidFill>
              <a:schemeClr val="accent1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31F-4F43-BEED-03DCA838C7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B3B6D4-8099-4756-8908-562500375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40E2CC7-777D-448D-B56E-B8CD1C1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3BF387E-AB7B-4B4B-897D-81514C7BA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0FBE17-044B-4AF6-A289-0A782F3B7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8D0BA6F7-D230-4A2E-8042-C3000DA862B0}"/>
              </a:ext>
            </a:extLst>
          </p:cNvPr>
          <p:cNvSpPr/>
          <p:nvPr userDrawn="1"/>
        </p:nvSpPr>
        <p:spPr>
          <a:xfrm>
            <a:off x="8727440" y="-834072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4F39FE66-F432-4667-B803-049B377A6CAC}"/>
              </a:ext>
            </a:extLst>
          </p:cNvPr>
          <p:cNvSpPr/>
          <p:nvPr userDrawn="1"/>
        </p:nvSpPr>
        <p:spPr>
          <a:xfrm>
            <a:off x="-2191129" y="3602038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0144957-439D-47CC-A8ED-6A2C122E5876}"/>
              </a:ext>
            </a:extLst>
          </p:cNvPr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/>
                </a:solidFill>
              </a:rPr>
              <a:t>presentation-creation.ru</a:t>
            </a:r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F59A56F-C8EE-4028-B120-76C4E70D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81A2F493-6E05-45FF-ADC3-B4C322D4859A}"/>
              </a:ext>
            </a:extLst>
          </p:cNvPr>
          <p:cNvSpPr/>
          <p:nvPr userDrawn="1"/>
        </p:nvSpPr>
        <p:spPr>
          <a:xfrm rot="5400000">
            <a:off x="11214858" y="5281732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</a:p>
        </p:txBody>
      </p:sp>
    </p:spTree>
    <p:extLst>
      <p:ext uri="{BB962C8B-B14F-4D97-AF65-F5344CB8AC3E}">
        <p14:creationId xmlns:p14="http://schemas.microsoft.com/office/powerpoint/2010/main" val="390844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олилиния: фигура 6">
            <a:extLst>
              <a:ext uri="{FF2B5EF4-FFF2-40B4-BE49-F238E27FC236}">
                <a16:creationId xmlns:a16="http://schemas.microsoft.com/office/drawing/2014/main" id="{1E9C95A2-6210-4525-9322-D219F14F68B9}"/>
              </a:ext>
            </a:extLst>
          </p:cNvPr>
          <p:cNvSpPr/>
          <p:nvPr userDrawn="1"/>
        </p:nvSpPr>
        <p:spPr>
          <a:xfrm>
            <a:off x="9718040" y="4312603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159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4C53D18F-7513-4016-AAB6-0827343AD240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1922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1B639A41-DCFC-4CBD-95A9-00918D1E0C5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1" name="Полилиния: фигура 10">
            <a:extLst>
              <a:ext uri="{FF2B5EF4-FFF2-40B4-BE49-F238E27FC236}">
                <a16:creationId xmlns:a16="http://schemas.microsoft.com/office/drawing/2014/main" id="{278F4E16-F3F9-4F3D-8E25-F2865CD252F5}"/>
              </a:ext>
            </a:extLst>
          </p:cNvPr>
          <p:cNvSpPr/>
          <p:nvPr userDrawn="1"/>
        </p:nvSpPr>
        <p:spPr>
          <a:xfrm>
            <a:off x="861350" y="192379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E6A01D8-B25F-4969-9EEE-02D403937381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1E053F-9E78-4E0C-A2B0-31B557FA902C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4" name="Полилиния: фигура 13">
            <a:extLst>
              <a:ext uri="{FF2B5EF4-FFF2-40B4-BE49-F238E27FC236}">
                <a16:creationId xmlns:a16="http://schemas.microsoft.com/office/drawing/2014/main" id="{056E61D6-18F0-4F5E-A062-50E29A51042C}"/>
              </a:ext>
            </a:extLst>
          </p:cNvPr>
          <p:cNvSpPr/>
          <p:nvPr userDrawn="1"/>
        </p:nvSpPr>
        <p:spPr>
          <a:xfrm>
            <a:off x="861350" y="349906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B877FE1-D2EF-4E9F-AC08-DACA8D5147E5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78790F4C-C0C7-494A-ACE0-B312EAD20E82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B3DD6711-D7B6-455B-8D8A-F3380234DFE3}"/>
              </a:ext>
            </a:extLst>
          </p:cNvPr>
          <p:cNvSpPr/>
          <p:nvPr userDrawn="1"/>
        </p:nvSpPr>
        <p:spPr>
          <a:xfrm>
            <a:off x="838200" y="501417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BFE3279B-9BE5-4E77-A7B6-55C97E141234}"/>
              </a:ext>
            </a:extLst>
          </p:cNvPr>
          <p:cNvSpPr/>
          <p:nvPr userDrawn="1"/>
        </p:nvSpPr>
        <p:spPr>
          <a:xfrm>
            <a:off x="9489440" y="-1499235"/>
            <a:ext cx="3728720" cy="3728720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492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FFB97-38B4-42A7-80AE-69C69F72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230E6E-34A3-4404-8606-8589BD17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93BDCE-95F6-4EC6-A9C0-FF77CF83D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66F6873F-BC63-4C77-8C1F-6337C0BA4F5E}" type="datetimeFigureOut">
              <a:rPr lang="ru-RU" smtClean="0"/>
              <a:pPr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DAE2F2B-EDB8-4986-A685-68299F37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80DE953-C93F-4FA1-80E3-31B9BEC7A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A932D385-1C5C-4B8C-A1C5-1E6FA26AB176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650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FC2F1-B382-4B54-9A9F-910235201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8882E1-F531-4863-8725-4DFFB1D93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542041-3F17-4A54-9CFD-5CC89C888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3D8362-ABA0-448B-9472-8CE304126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12121C-8D9C-473B-9CAA-041E14CE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250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FD5AC9-D947-4E91-8E54-564E619CC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1BC3E08-A33C-41B0-9FF8-A48D661D3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A563770-7BF6-4230-8BC5-AB14818DC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4B284D-4A4E-43FE-BC90-E29166BB4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D419C2-0DDE-45ED-A6BB-A7CF0C6F9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F8D6DE2-C0F1-4631-8D1B-61DD10E73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01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5F1CD0-71F9-4ED3-890F-20F3C621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DFEAC71-3741-4F27-877E-AC8E2B1CC5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0C1B9D-7DA5-4D32-81AA-D58CAF37C6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445751E-43C2-4B2E-91C9-868F84D3E4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6CFF53-F322-41AA-9E85-224959B71B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24C7FE-288B-4A4F-A747-871045CD4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53F8A51-9E24-4CD8-9A95-89D90C66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629EE09-F27C-4D57-8664-E5E7CB80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929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EF0AC8-9D6A-48CD-9E4D-7A12D1C84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73AF8AA-A3DF-45CE-90B8-A257BB2E7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DF56705-7C94-4DCD-BF06-8BF6906E7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F7DF18-617E-48F0-9074-B7506BDF8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967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499FCD3-56A4-4284-81DF-E3E50BDCE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6047691-5406-41FC-B8DB-B022027BF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97AEBC5-6561-4B36-B570-386056950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735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0F69B2-4FAE-42A4-BBC5-8BF096DE8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CD1947-0CD2-42BD-BFD1-5C44166184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0CDABD2-BF7A-4C8F-8B16-EA52A5F148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72B473-E977-441B-A8EB-3301D765A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7E1CEE-3915-4259-A6A7-D1B01B396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EEB3D31-7ACD-4C98-9D8E-2BDDE7B0A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323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405F6B-C902-4B3E-9912-C6E442B65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7BC53AF-8425-4939-91AE-F683272D0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A02FBB3-E12C-46E0-9C0A-AECE9178D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6AFC505-F1A6-46C8-AAC8-934BC95DC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0E9474-4172-432C-832B-FEC719D77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FF9343C-F37B-47D0-875B-2AF377328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473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A3A611-4217-496F-A970-40D336B59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A99D7E-740A-449C-B04F-6390E5DB21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4607AD3-B579-44BB-B354-6F0449D5A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ABF37B6-1BF7-43A4-81B9-1EFFAFF2C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F56BAB7-98C3-43DF-A563-53F5C2CD6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7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7C772B-141C-4727-B105-B525D7504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AF9FFA-49AD-4472-B85D-6ACC9C4B27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AE0885-5569-4FF3-8865-96B5AEB0C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21D7BD-2437-400A-B0D7-8AFEDE15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05A581-BC3B-448C-8E3E-BD317415A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9407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E9284-BDA4-45F8-A54F-94F6151AA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42D6D37-E80C-4087-8866-D624C739E2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1800B-2E1A-4303-9892-AB08F80EA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  <a:t>04.11.2024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BC04A6-2998-40EB-BF13-94B54C7ADB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E2691-9DFE-40D1-8BB1-8DFF491DA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6"/>
            <a:extLst>
              <a:ext uri="{FF2B5EF4-FFF2-40B4-BE49-F238E27FC236}">
                <a16:creationId xmlns:a16="http://schemas.microsoft.com/office/drawing/2014/main" id="{1847D26E-390E-4229-B0D7-62066CD41BE0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161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1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714C99-7919-492A-902F-F998BFE74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E4573D8-B18B-4351-8D21-9BF0CE49F9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119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648EEE-EB04-45C3-8A11-F15DBC12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E16F1E-F64A-4CD2-8C02-7EED1305B8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963B8635-62E8-4D93-AC27-8CF54520A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535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5313C0-E99C-43E5-B419-927A0C42C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5">
            <a:extLst>
              <a:ext uri="{FF2B5EF4-FFF2-40B4-BE49-F238E27FC236}">
                <a16:creationId xmlns:a16="http://schemas.microsoft.com/office/drawing/2014/main" id="{F41565BA-F540-4AFC-986F-248F12BC9080}"/>
              </a:ext>
            </a:extLst>
          </p:cNvPr>
          <p:cNvSpPr txBox="1">
            <a:spLocks/>
          </p:cNvSpPr>
          <p:nvPr/>
        </p:nvSpPr>
        <p:spPr>
          <a:xfrm>
            <a:off x="838200" y="2619001"/>
            <a:ext cx="10515600" cy="207000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13800" dirty="0">
                <a:solidFill>
                  <a:schemeClr val="accent1"/>
                </a:solidFill>
              </a:rPr>
              <a:t>987 654 321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01F5C6-014E-490D-9215-0B23FDD33261}"/>
              </a:ext>
            </a:extLst>
          </p:cNvPr>
          <p:cNvSpPr txBox="1"/>
          <p:nvPr/>
        </p:nvSpPr>
        <p:spPr>
          <a:xfrm>
            <a:off x="838200" y="4464000"/>
            <a:ext cx="86778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Lorem ipsum dolor sit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amet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consectetur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adipiscing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elit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, sed do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eiusmod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tempor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incididunt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ut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labore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et dolore magna </a:t>
            </a:r>
            <a:r>
              <a:rPr lang="en-US" sz="2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aliqua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. </a:t>
            </a:r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90B55E44-08D5-43B5-8DB0-B3099608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66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9B96A-B3C1-41B8-AA81-AF462A755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32D970-360A-4F5E-9793-04C9C7540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9F005547-E1A9-48B5-AD32-7EA934EB28F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FCC782F-3C10-443E-8E0D-030DB852D25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1AE199C3-DC8A-4E08-A86F-13AD9231F9B5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D273222D-6B06-4BCC-9108-15861A636C7F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1512C4CF-E6B9-4F48-8691-76C28C09AD4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12" name="Нижний колонтитул 4">
            <a:extLst>
              <a:ext uri="{FF2B5EF4-FFF2-40B4-BE49-F238E27FC236}">
                <a16:creationId xmlns:a16="http://schemas.microsoft.com/office/drawing/2014/main" id="{51C56685-60C9-48B3-84EA-B868FC673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874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E98CEE-51A1-4716-9FD5-FDE9070C9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Таблица 10">
            <a:extLst>
              <a:ext uri="{FF2B5EF4-FFF2-40B4-BE49-F238E27FC236}">
                <a16:creationId xmlns:a16="http://schemas.microsoft.com/office/drawing/2014/main" id="{6049A80B-E57D-4CD8-BB43-40AC0F1BB7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7183055"/>
              </p:ext>
            </p:extLst>
          </p:nvPr>
        </p:nvGraphicFramePr>
        <p:xfrm>
          <a:off x="838200" y="1825625"/>
          <a:ext cx="8128820" cy="3460961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032205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032205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accent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E9312FFF-2061-4708-A37D-278966F8A8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6880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AF770-64CD-4FF7-92A0-D9D4E501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9B40D5-63A2-4CE8-8288-D01C5C5CB3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9719" y="2372354"/>
            <a:ext cx="5619750" cy="2952901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</a:t>
            </a:r>
          </a:p>
          <a:p>
            <a:pPr marL="0" indent="0">
              <a:buNone/>
            </a:pPr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</a:p>
        </p:txBody>
      </p:sp>
      <p:pic>
        <p:nvPicPr>
          <p:cNvPr id="5" name="Рисунок 4" descr="Презентация с линейчатой диаграммой">
            <a:extLst>
              <a:ext uri="{FF2B5EF4-FFF2-40B4-BE49-F238E27FC236}">
                <a16:creationId xmlns:a16="http://schemas.microsoft.com/office/drawing/2014/main" id="{E393F82E-A2E9-4F88-900C-40B87531C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50240" y="2165877"/>
            <a:ext cx="3159378" cy="3159378"/>
          </a:xfrm>
          <a:prstGeom prst="rect">
            <a:avLst/>
          </a:prstGeom>
          <a:effectLst/>
        </p:spPr>
      </p:pic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8B8F0EFC-95A4-49AA-8A6C-FC9901AFE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24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Заголовок 15">
            <a:extLst>
              <a:ext uri="{FF2B5EF4-FFF2-40B4-BE49-F238E27FC236}">
                <a16:creationId xmlns:a16="http://schemas.microsoft.com/office/drawing/2014/main" id="{5B9331C3-7712-4142-83EC-649AE9ED4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168EF3A8-6687-4124-A04A-2525919C4727}"/>
              </a:ext>
            </a:extLst>
          </p:cNvPr>
          <p:cNvSpPr/>
          <p:nvPr/>
        </p:nvSpPr>
        <p:spPr>
          <a:xfrm>
            <a:off x="1143000" y="2397956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DF961581-77E2-483C-877A-2E27D65D8FA1}"/>
              </a:ext>
            </a:extLst>
          </p:cNvPr>
          <p:cNvSpPr/>
          <p:nvPr/>
        </p:nvSpPr>
        <p:spPr>
          <a:xfrm>
            <a:off x="2087880" y="2056655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ADF33B-3F56-4CF5-8EFF-11A967BC8B80}"/>
              </a:ext>
            </a:extLst>
          </p:cNvPr>
          <p:cNvSpPr txBox="1"/>
          <p:nvPr/>
        </p:nvSpPr>
        <p:spPr>
          <a:xfrm>
            <a:off x="2097406" y="2064067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578E784-7E8B-4712-8BBF-FE373F3EBF86}"/>
              </a:ext>
            </a:extLst>
          </p:cNvPr>
          <p:cNvSpPr/>
          <p:nvPr/>
        </p:nvSpPr>
        <p:spPr>
          <a:xfrm>
            <a:off x="4275264" y="2406794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E650A125-B194-481E-9BAC-BFC3E05F5C2B}"/>
              </a:ext>
            </a:extLst>
          </p:cNvPr>
          <p:cNvSpPr txBox="1">
            <a:spLocks/>
          </p:cNvSpPr>
          <p:nvPr/>
        </p:nvSpPr>
        <p:spPr>
          <a:xfrm>
            <a:off x="4370309" y="2844944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labore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95CA05C-D87E-4F22-B2AD-FD55BBEDED6D}"/>
              </a:ext>
            </a:extLst>
          </p:cNvPr>
          <p:cNvSpPr/>
          <p:nvPr/>
        </p:nvSpPr>
        <p:spPr>
          <a:xfrm>
            <a:off x="5220144" y="2065493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EAFD84-8FDA-4D19-BDD3-E9AC3CEA0C15}"/>
              </a:ext>
            </a:extLst>
          </p:cNvPr>
          <p:cNvSpPr txBox="1"/>
          <p:nvPr/>
        </p:nvSpPr>
        <p:spPr>
          <a:xfrm>
            <a:off x="5213497" y="2047775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B303F1-86D4-4BFA-B986-FAA8042C8ADB}"/>
              </a:ext>
            </a:extLst>
          </p:cNvPr>
          <p:cNvSpPr/>
          <p:nvPr/>
        </p:nvSpPr>
        <p:spPr>
          <a:xfrm>
            <a:off x="7407528" y="2415383"/>
            <a:ext cx="2601905" cy="385914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E44C3463-45B5-4947-9983-B1FE2F10EDCB}"/>
              </a:ext>
            </a:extLst>
          </p:cNvPr>
          <p:cNvSpPr/>
          <p:nvPr/>
        </p:nvSpPr>
        <p:spPr>
          <a:xfrm>
            <a:off x="8352408" y="2074082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E4430D-1FE9-410E-AB01-17D04B334853}"/>
              </a:ext>
            </a:extLst>
          </p:cNvPr>
          <p:cNvSpPr txBox="1"/>
          <p:nvPr/>
        </p:nvSpPr>
        <p:spPr>
          <a:xfrm>
            <a:off x="8361933" y="2070839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A04E8F95-5820-4EE3-B8BC-A0B40E64E817}"/>
              </a:ext>
            </a:extLst>
          </p:cNvPr>
          <p:cNvSpPr txBox="1">
            <a:spLocks/>
          </p:cNvSpPr>
          <p:nvPr/>
        </p:nvSpPr>
        <p:spPr>
          <a:xfrm>
            <a:off x="7559254" y="2853533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700" dirty="0">
                <a:solidFill>
                  <a:schemeClr val="bg1"/>
                </a:solidFill>
              </a:rPr>
              <a:t>Lorem ipsum dolor sit </a:t>
            </a:r>
            <a:r>
              <a:rPr lang="en-US" sz="2700" dirty="0" err="1">
                <a:solidFill>
                  <a:schemeClr val="bg1"/>
                </a:solidFill>
              </a:rPr>
              <a:t>amet</a:t>
            </a:r>
            <a:r>
              <a:rPr lang="en-US" sz="2700" dirty="0">
                <a:solidFill>
                  <a:schemeClr val="bg1"/>
                </a:solidFill>
              </a:rPr>
              <a:t>, </a:t>
            </a:r>
            <a:r>
              <a:rPr lang="en-US" sz="2700" dirty="0" err="1">
                <a:solidFill>
                  <a:schemeClr val="bg1"/>
                </a:solidFill>
              </a:rPr>
              <a:t>consectetur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adipiscing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elit</a:t>
            </a:r>
            <a:r>
              <a:rPr lang="en-US" sz="2700" dirty="0">
                <a:solidFill>
                  <a:schemeClr val="bg1"/>
                </a:solidFill>
              </a:rPr>
              <a:t>, sed do </a:t>
            </a:r>
            <a:r>
              <a:rPr lang="en-US" sz="2700" dirty="0" err="1">
                <a:solidFill>
                  <a:schemeClr val="bg1"/>
                </a:solidFill>
              </a:rPr>
              <a:t>eiusmod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tempor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incididunt</a:t>
            </a:r>
            <a:r>
              <a:rPr lang="en-US" sz="2700" dirty="0">
                <a:solidFill>
                  <a:schemeClr val="bg1"/>
                </a:solidFill>
              </a:rPr>
              <a:t> </a:t>
            </a:r>
            <a:r>
              <a:rPr lang="en-US" sz="2700" dirty="0" err="1">
                <a:solidFill>
                  <a:schemeClr val="bg1"/>
                </a:solidFill>
              </a:rPr>
              <a:t>ut</a:t>
            </a:r>
            <a:r>
              <a:rPr lang="en-US" sz="2700" dirty="0">
                <a:solidFill>
                  <a:schemeClr val="bg1"/>
                </a:solidFill>
              </a:rPr>
              <a:t> labore et dolore magna </a:t>
            </a:r>
            <a:r>
              <a:rPr lang="en-US" sz="2700" dirty="0" err="1">
                <a:solidFill>
                  <a:schemeClr val="bg1"/>
                </a:solidFill>
              </a:rPr>
              <a:t>aliqua</a:t>
            </a:r>
            <a:r>
              <a:rPr lang="en-US" sz="2700" dirty="0">
                <a:solidFill>
                  <a:schemeClr val="bg1"/>
                </a:solidFill>
              </a:rPr>
              <a:t>.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23073644-3C55-4A09-89F0-17501D49A54E}"/>
              </a:ext>
            </a:extLst>
          </p:cNvPr>
          <p:cNvSpPr txBox="1">
            <a:spLocks/>
          </p:cNvSpPr>
          <p:nvPr/>
        </p:nvSpPr>
        <p:spPr>
          <a:xfrm>
            <a:off x="1258210" y="2844944"/>
            <a:ext cx="2411816" cy="3188953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Lorem ipsum dolor sit </a:t>
            </a:r>
            <a:r>
              <a:rPr lang="en-US" sz="2400" dirty="0" err="1">
                <a:solidFill>
                  <a:schemeClr val="bg1"/>
                </a:solidFill>
              </a:rPr>
              <a:t>amet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dirty="0" err="1">
                <a:solidFill>
                  <a:schemeClr val="bg1"/>
                </a:solidFill>
              </a:rPr>
              <a:t>consectetur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adipiscing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elit</a:t>
            </a:r>
            <a:r>
              <a:rPr lang="en-US" sz="2400" dirty="0">
                <a:solidFill>
                  <a:schemeClr val="bg1"/>
                </a:solidFill>
              </a:rPr>
              <a:t>, sed do </a:t>
            </a:r>
            <a:r>
              <a:rPr lang="en-US" sz="2400" dirty="0" err="1">
                <a:solidFill>
                  <a:schemeClr val="bg1"/>
                </a:solidFill>
              </a:rPr>
              <a:t>eiusmod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tempor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incididunt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>
                <a:solidFill>
                  <a:schemeClr val="bg1"/>
                </a:solidFill>
              </a:rPr>
              <a:t>ut</a:t>
            </a:r>
            <a:r>
              <a:rPr lang="en-US" sz="2400" dirty="0">
                <a:solidFill>
                  <a:schemeClr val="bg1"/>
                </a:solidFill>
              </a:rPr>
              <a:t> labore et dolore magna </a:t>
            </a:r>
            <a:r>
              <a:rPr lang="en-US" sz="2400" dirty="0" err="1">
                <a:solidFill>
                  <a:schemeClr val="bg1"/>
                </a:solidFill>
              </a:rPr>
              <a:t>aliqua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1" name="Нижний колонтитул 4">
            <a:extLst>
              <a:ext uri="{FF2B5EF4-FFF2-40B4-BE49-F238E27FC236}">
                <a16:creationId xmlns:a16="http://schemas.microsoft.com/office/drawing/2014/main" id="{86EE91EC-D62E-4312-BDAE-9BE61B71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709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83FBB-99C6-414B-BD6E-FDD55980C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Вставьте заголовок слайда</a:t>
            </a: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57330DAE-1DC7-4010-8E39-A15C1AA224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681674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Нижний колонтитул 4">
            <a:extLst>
              <a:ext uri="{FF2B5EF4-FFF2-40B4-BE49-F238E27FC236}">
                <a16:creationId xmlns:a16="http://schemas.microsoft.com/office/drawing/2014/main" id="{9C8B0B1E-1207-446F-8461-B9C8F5BB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59045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5595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CEA1EF-15A6-4A92-86EC-CB7639E8D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РЕСУРСЫ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B637AA-21E0-4281-9736-F2AF724E95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Бесплатные шаблоны с сайта </a:t>
            </a:r>
            <a:r>
              <a:rPr lang="en-US" dirty="0">
                <a:solidFill>
                  <a:schemeClr val="accent5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>
              <a:solidFill>
                <a:schemeClr val="accent5"/>
              </a:solidFill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0388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>
            <a:extLst>
              <a:ext uri="{FF2B5EF4-FFF2-40B4-BE49-F238E27FC236}">
                <a16:creationId xmlns:a16="http://schemas.microsoft.com/office/drawing/2014/main" id="{A87CEA5A-215A-4DBB-B545-F50CF292DAA2}"/>
              </a:ext>
            </a:extLst>
          </p:cNvPr>
          <p:cNvSpPr txBox="1">
            <a:spLocks/>
          </p:cNvSpPr>
          <p:nvPr/>
        </p:nvSpPr>
        <p:spPr>
          <a:xfrm>
            <a:off x="3334872" y="1548148"/>
            <a:ext cx="5522258" cy="1150267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7200" b="1" dirty="0">
                <a:solidFill>
                  <a:schemeClr val="accent1"/>
                </a:solidFill>
              </a:rPr>
              <a:t>СПАСИБО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AEAEA44-06C2-4A5D-9D9E-C1EF709622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881000" y="4773266"/>
            <a:ext cx="630000" cy="6300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3B9451C-D678-4C99-AD69-CB9D3789CD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781000" y="4773266"/>
            <a:ext cx="630000" cy="630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33809903-FB57-40A7-8177-0AAD0C30CE3B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81000" y="4773266"/>
            <a:ext cx="630000" cy="630000"/>
          </a:xfrm>
          <a:prstGeom prst="rect">
            <a:avLst/>
          </a:prstGeom>
        </p:spPr>
      </p:pic>
      <p:sp>
        <p:nvSpPr>
          <p:cNvPr id="17" name="Текст 11">
            <a:extLst>
              <a:ext uri="{FF2B5EF4-FFF2-40B4-BE49-F238E27FC236}">
                <a16:creationId xmlns:a16="http://schemas.microsoft.com/office/drawing/2014/main" id="{E4D2C2B0-57A9-45CB-8B9A-3A0D3020847C}"/>
              </a:ext>
            </a:extLst>
          </p:cNvPr>
          <p:cNvSpPr txBox="1">
            <a:spLocks/>
          </p:cNvSpPr>
          <p:nvPr/>
        </p:nvSpPr>
        <p:spPr>
          <a:xfrm>
            <a:off x="2608499" y="2882976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Lorem ipsum dolor sit </a:t>
            </a:r>
            <a:r>
              <a:rPr lang="en-US" sz="1600" dirty="0" err="1">
                <a:solidFill>
                  <a:schemeClr val="accent1"/>
                </a:solidFill>
              </a:rPr>
              <a:t>amet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 err="1">
                <a:solidFill>
                  <a:schemeClr val="accent1"/>
                </a:solidFill>
              </a:rPr>
              <a:t>consectetur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adipiscing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elit</a:t>
            </a:r>
            <a:r>
              <a:rPr lang="en-US" sz="1600" dirty="0">
                <a:solidFill>
                  <a:schemeClr val="accent1"/>
                </a:solidFill>
              </a:rPr>
              <a:t>, sed do </a:t>
            </a:r>
            <a:r>
              <a:rPr lang="en-US" sz="1600" dirty="0" err="1">
                <a:solidFill>
                  <a:schemeClr val="accent1"/>
                </a:solidFill>
              </a:rPr>
              <a:t>eiusmod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tempor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incididunt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ut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labore</a:t>
            </a:r>
            <a:r>
              <a:rPr lang="en-US" sz="1600" dirty="0">
                <a:solidFill>
                  <a:schemeClr val="accent1"/>
                </a:solidFill>
              </a:rPr>
              <a:t> et dolore magna </a:t>
            </a:r>
            <a:r>
              <a:rPr lang="en-US" sz="1600" dirty="0" err="1">
                <a:solidFill>
                  <a:schemeClr val="accent1"/>
                </a:solidFill>
              </a:rPr>
              <a:t>aliqua</a:t>
            </a:r>
            <a:r>
              <a:rPr lang="en-US" sz="1600" dirty="0">
                <a:solidFill>
                  <a:schemeClr val="accent1"/>
                </a:solidFill>
              </a:rPr>
              <a:t>. </a:t>
            </a:r>
            <a:endParaRPr lang="ru-RU" sz="16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chemeClr val="accent1"/>
                </a:solidFill>
              </a:rPr>
              <a:t>Ut </a:t>
            </a:r>
            <a:r>
              <a:rPr lang="en-US" sz="1600" dirty="0" err="1">
                <a:solidFill>
                  <a:schemeClr val="accent1"/>
                </a:solidFill>
              </a:rPr>
              <a:t>enim</a:t>
            </a:r>
            <a:r>
              <a:rPr lang="en-US" sz="1600" dirty="0">
                <a:solidFill>
                  <a:schemeClr val="accent1"/>
                </a:solidFill>
              </a:rPr>
              <a:t> ad minim </a:t>
            </a:r>
            <a:r>
              <a:rPr lang="en-US" sz="1600" dirty="0" err="1">
                <a:solidFill>
                  <a:schemeClr val="accent1"/>
                </a:solidFill>
              </a:rPr>
              <a:t>veniam</a:t>
            </a:r>
            <a:r>
              <a:rPr lang="en-US" sz="1600" dirty="0">
                <a:solidFill>
                  <a:schemeClr val="accent1"/>
                </a:solidFill>
              </a:rPr>
              <a:t>, </a:t>
            </a:r>
            <a:r>
              <a:rPr lang="en-US" sz="1600" dirty="0" err="1">
                <a:solidFill>
                  <a:schemeClr val="accent1"/>
                </a:solidFill>
              </a:rPr>
              <a:t>quis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nostrud</a:t>
            </a:r>
            <a:r>
              <a:rPr lang="en-US" sz="1600" dirty="0">
                <a:solidFill>
                  <a:schemeClr val="accent1"/>
                </a:solidFill>
              </a:rPr>
              <a:t> exercitation </a:t>
            </a:r>
            <a:r>
              <a:rPr lang="en-US" sz="1600" dirty="0" err="1">
                <a:solidFill>
                  <a:schemeClr val="accent1"/>
                </a:solidFill>
              </a:rPr>
              <a:t>ullamco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laboris</a:t>
            </a:r>
            <a:r>
              <a:rPr lang="en-US" sz="1600" dirty="0">
                <a:solidFill>
                  <a:schemeClr val="accent1"/>
                </a:solidFill>
              </a:rPr>
              <a:t> nisi </a:t>
            </a:r>
            <a:r>
              <a:rPr lang="en-US" sz="1600" dirty="0" err="1">
                <a:solidFill>
                  <a:schemeClr val="accent1"/>
                </a:solidFill>
              </a:rPr>
              <a:t>ut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aliquip</a:t>
            </a:r>
            <a:r>
              <a:rPr lang="en-US" sz="1600" dirty="0">
                <a:solidFill>
                  <a:schemeClr val="accent1"/>
                </a:solidFill>
              </a:rPr>
              <a:t> ex </a:t>
            </a:r>
            <a:r>
              <a:rPr lang="en-US" sz="1600" dirty="0" err="1">
                <a:solidFill>
                  <a:schemeClr val="accent1"/>
                </a:solidFill>
              </a:rPr>
              <a:t>ea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commodo</a:t>
            </a:r>
            <a:r>
              <a:rPr lang="en-US" sz="1600" dirty="0">
                <a:solidFill>
                  <a:schemeClr val="accent1"/>
                </a:solidFill>
              </a:rPr>
              <a:t> </a:t>
            </a:r>
            <a:r>
              <a:rPr lang="en-US" sz="1600" dirty="0" err="1">
                <a:solidFill>
                  <a:schemeClr val="accent1"/>
                </a:solidFill>
              </a:rPr>
              <a:t>consequat</a:t>
            </a:r>
            <a:r>
              <a:rPr lang="en-US" sz="1600" dirty="0">
                <a:solidFill>
                  <a:schemeClr val="accent1"/>
                </a:solidFill>
              </a:rPr>
              <a:t>. </a:t>
            </a:r>
            <a:endParaRPr lang="ru-RU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8163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514</Words>
  <Application>Microsoft Office PowerPoint</Application>
  <PresentationFormat>Широкоэкранный</PresentationFormat>
  <Paragraphs>72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Вставьте заголовок слайда</vt:lpstr>
      <vt:lpstr>РЕСУРСЫ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серый, шаблон презентации с сайта presentation-creation.ru</dc:title>
  <dc:creator>User Obstinate</dc:creator>
  <cp:lastModifiedBy>User Obstinate</cp:lastModifiedBy>
  <cp:revision>5</cp:revision>
  <dcterms:created xsi:type="dcterms:W3CDTF">2024-11-04T08:17:15Z</dcterms:created>
  <dcterms:modified xsi:type="dcterms:W3CDTF">2024-11-04T14:40:23Z</dcterms:modified>
</cp:coreProperties>
</file>